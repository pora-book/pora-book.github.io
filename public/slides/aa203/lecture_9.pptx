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9"/>
  </p:notesMasterIdLst>
  <p:sldIdLst>
    <p:sldId id="256" r:id="rId5"/>
    <p:sldId id="548" r:id="rId6"/>
    <p:sldId id="388" r:id="rId7"/>
    <p:sldId id="389" r:id="rId8"/>
    <p:sldId id="451" r:id="rId9"/>
    <p:sldId id="390" r:id="rId10"/>
    <p:sldId id="391" r:id="rId11"/>
    <p:sldId id="392" r:id="rId12"/>
    <p:sldId id="452" r:id="rId13"/>
    <p:sldId id="394" r:id="rId14"/>
    <p:sldId id="395" r:id="rId15"/>
    <p:sldId id="442" r:id="rId16"/>
    <p:sldId id="443" r:id="rId17"/>
    <p:sldId id="453" r:id="rId18"/>
    <p:sldId id="549" r:id="rId19"/>
    <p:sldId id="408" r:id="rId20"/>
    <p:sldId id="441" r:id="rId21"/>
    <p:sldId id="445" r:id="rId22"/>
    <p:sldId id="446" r:id="rId23"/>
    <p:sldId id="550" r:id="rId24"/>
    <p:sldId id="414" r:id="rId25"/>
    <p:sldId id="444" r:id="rId26"/>
    <p:sldId id="415" r:id="rId27"/>
    <p:sldId id="39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548"/>
            <p14:sldId id="388"/>
            <p14:sldId id="389"/>
            <p14:sldId id="451"/>
            <p14:sldId id="390"/>
            <p14:sldId id="391"/>
            <p14:sldId id="392"/>
            <p14:sldId id="452"/>
            <p14:sldId id="394"/>
            <p14:sldId id="395"/>
            <p14:sldId id="442"/>
            <p14:sldId id="443"/>
            <p14:sldId id="453"/>
            <p14:sldId id="549"/>
            <p14:sldId id="408"/>
            <p14:sldId id="441"/>
            <p14:sldId id="445"/>
            <p14:sldId id="446"/>
            <p14:sldId id="550"/>
            <p14:sldId id="414"/>
            <p14:sldId id="444"/>
            <p14:sldId id="415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43518-F06D-4F22-B6F8-7F5E447018B4}" v="133" dt="2022-04-20T09:37:24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224"/>
    <p:restoredTop sz="77862"/>
  </p:normalViewPr>
  <p:slideViewPr>
    <p:cSldViewPr snapToGrid="0" snapToObjects="1">
      <p:cViewPr varScale="1">
        <p:scale>
          <a:sx n="78" d="100"/>
          <a:sy n="78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n Yan Ming Leung" userId="5702c81a-7bc1-45f0-9e77-da815cac1d17" providerId="ADAL" clId="{49E13DDA-8E9C-EF4E-A745-6198926422FE}"/>
    <pc:docChg chg="undo redo custSel addSld delSld modSld modSection">
      <pc:chgData name="Karen Yan Ming Leung" userId="5702c81a-7bc1-45f0-9e77-da815cac1d17" providerId="ADAL" clId="{49E13DDA-8E9C-EF4E-A745-6198926422FE}" dt="2022-04-18T06:44:25.042" v="1236" actId="20577"/>
      <pc:docMkLst>
        <pc:docMk/>
      </pc:docMkLst>
      <pc:sldChg chg="modSp mod">
        <pc:chgData name="Karen Yan Ming Leung" userId="5702c81a-7bc1-45f0-9e77-da815cac1d17" providerId="ADAL" clId="{49E13DDA-8E9C-EF4E-A745-6198926422FE}" dt="2022-04-17T23:45:14.254" v="18" actId="20577"/>
        <pc:sldMkLst>
          <pc:docMk/>
          <pc:sldMk cId="1672827742" sldId="256"/>
        </pc:sldMkLst>
        <pc:spChg chg="mod">
          <ac:chgData name="Karen Yan Ming Leung" userId="5702c81a-7bc1-45f0-9e77-da815cac1d17" providerId="ADAL" clId="{49E13DDA-8E9C-EF4E-A745-6198926422FE}" dt="2022-04-17T23:45:14.254" v="18" actId="20577"/>
          <ac:spMkLst>
            <pc:docMk/>
            <pc:sldMk cId="1672827742" sldId="256"/>
            <ac:spMk id="3" creationId="{00000000-0000-0000-0000-000000000000}"/>
          </ac:spMkLst>
        </pc:spChg>
      </pc:sldChg>
      <pc:sldChg chg="modSp mod">
        <pc:chgData name="Karen Yan Ming Leung" userId="5702c81a-7bc1-45f0-9e77-da815cac1d17" providerId="ADAL" clId="{49E13DDA-8E9C-EF4E-A745-6198926422FE}" dt="2022-04-18T06:23:37.786" v="948" actId="20577"/>
        <pc:sldMkLst>
          <pc:docMk/>
          <pc:sldMk cId="2149454889" sldId="373"/>
        </pc:sldMkLst>
        <pc:spChg chg="mod">
          <ac:chgData name="Karen Yan Ming Leung" userId="5702c81a-7bc1-45f0-9e77-da815cac1d17" providerId="ADAL" clId="{49E13DDA-8E9C-EF4E-A745-6198926422FE}" dt="2022-04-18T06:23:37.786" v="948" actId="20577"/>
          <ac:spMkLst>
            <pc:docMk/>
            <pc:sldMk cId="2149454889" sldId="373"/>
            <ac:spMk id="3" creationId="{4643D3F6-0263-6F44-8A50-72BF67B01A82}"/>
          </ac:spMkLst>
        </pc:spChg>
      </pc:sldChg>
      <pc:sldChg chg="modSp add mod">
        <pc:chgData name="Karen Yan Ming Leung" userId="5702c81a-7bc1-45f0-9e77-da815cac1d17" providerId="ADAL" clId="{49E13DDA-8E9C-EF4E-A745-6198926422FE}" dt="2022-04-18T00:01:58.499" v="53" actId="20577"/>
        <pc:sldMkLst>
          <pc:docMk/>
          <pc:sldMk cId="1712032461" sldId="379"/>
        </pc:sldMkLst>
        <pc:spChg chg="mod">
          <ac:chgData name="Karen Yan Ming Leung" userId="5702c81a-7bc1-45f0-9e77-da815cac1d17" providerId="ADAL" clId="{49E13DDA-8E9C-EF4E-A745-6198926422FE}" dt="2022-04-18T00:01:58.499" v="53" actId="20577"/>
          <ac:spMkLst>
            <pc:docMk/>
            <pc:sldMk cId="1712032461" sldId="379"/>
            <ac:spMk id="2" creationId="{205A5933-6BC8-2D4D-83B1-EFC90C73AC60}"/>
          </ac:spMkLst>
        </pc:spChg>
      </pc:sldChg>
      <pc:sldChg chg="modSp mod">
        <pc:chgData name="Karen Yan Ming Leung" userId="5702c81a-7bc1-45f0-9e77-da815cac1d17" providerId="ADAL" clId="{49E13DDA-8E9C-EF4E-A745-6198926422FE}" dt="2022-04-18T00:20:48.227" v="190" actId="20577"/>
        <pc:sldMkLst>
          <pc:docMk/>
          <pc:sldMk cId="259604979" sldId="388"/>
        </pc:sldMkLst>
        <pc:spChg chg="mod">
          <ac:chgData name="Karen Yan Ming Leung" userId="5702c81a-7bc1-45f0-9e77-da815cac1d17" providerId="ADAL" clId="{49E13DDA-8E9C-EF4E-A745-6198926422FE}" dt="2022-04-18T00:20:48.227" v="190" actId="20577"/>
          <ac:spMkLst>
            <pc:docMk/>
            <pc:sldMk cId="259604979" sldId="388"/>
            <ac:spMk id="2" creationId="{783406FA-F965-EE43-9DCC-3C9B40F8BA94}"/>
          </ac:spMkLst>
        </pc:spChg>
        <pc:spChg chg="mod">
          <ac:chgData name="Karen Yan Ming Leung" userId="5702c81a-7bc1-45f0-9e77-da815cac1d17" providerId="ADAL" clId="{49E13DDA-8E9C-EF4E-A745-6198926422FE}" dt="2022-04-17T23:47:39.804" v="30" actId="20577"/>
          <ac:spMkLst>
            <pc:docMk/>
            <pc:sldMk cId="259604979" sldId="388"/>
            <ac:spMk id="3" creationId="{D88507FF-DF20-5F4B-9237-9A0C92B04815}"/>
          </ac:spMkLst>
        </pc:spChg>
      </pc:sldChg>
      <pc:sldChg chg="modSp modAnim">
        <pc:chgData name="Karen Yan Ming Leung" userId="5702c81a-7bc1-45f0-9e77-da815cac1d17" providerId="ADAL" clId="{49E13DDA-8E9C-EF4E-A745-6198926422FE}" dt="2022-04-18T00:18:22.752" v="153" actId="5793"/>
        <pc:sldMkLst>
          <pc:docMk/>
          <pc:sldMk cId="3345642446" sldId="389"/>
        </pc:sldMkLst>
        <pc:spChg chg="mod">
          <ac:chgData name="Karen Yan Ming Leung" userId="5702c81a-7bc1-45f0-9e77-da815cac1d17" providerId="ADAL" clId="{49E13DDA-8E9C-EF4E-A745-6198926422FE}" dt="2022-04-18T00:18:22.752" v="153" actId="5793"/>
          <ac:spMkLst>
            <pc:docMk/>
            <pc:sldMk cId="3345642446" sldId="389"/>
            <ac:spMk id="3" creationId="{ADA0956A-7E82-714E-AF4B-9CE4E684B577}"/>
          </ac:spMkLst>
        </pc:spChg>
      </pc:sldChg>
      <pc:sldChg chg="modSp mod">
        <pc:chgData name="Karen Yan Ming Leung" userId="5702c81a-7bc1-45f0-9e77-da815cac1d17" providerId="ADAL" clId="{49E13DDA-8E9C-EF4E-A745-6198926422FE}" dt="2022-04-18T01:48:46.252" v="191" actId="20577"/>
        <pc:sldMkLst>
          <pc:docMk/>
          <pc:sldMk cId="2713135135" sldId="393"/>
        </pc:sldMkLst>
        <pc:spChg chg="mod">
          <ac:chgData name="Karen Yan Ming Leung" userId="5702c81a-7bc1-45f0-9e77-da815cac1d17" providerId="ADAL" clId="{49E13DDA-8E9C-EF4E-A745-6198926422FE}" dt="2022-04-18T01:48:46.252" v="191" actId="20577"/>
          <ac:spMkLst>
            <pc:docMk/>
            <pc:sldMk cId="2713135135" sldId="393"/>
            <ac:spMk id="2" creationId="{4FE623C6-E23F-0941-93ED-8A405D5A30B1}"/>
          </ac:spMkLst>
        </pc:spChg>
        <pc:spChg chg="mod">
          <ac:chgData name="Karen Yan Ming Leung" userId="5702c81a-7bc1-45f0-9e77-da815cac1d17" providerId="ADAL" clId="{49E13DDA-8E9C-EF4E-A745-6198926422FE}" dt="2022-04-17T23:46:43.423" v="21" actId="27636"/>
          <ac:spMkLst>
            <pc:docMk/>
            <pc:sldMk cId="2713135135" sldId="393"/>
            <ac:spMk id="3" creationId="{FBD3295C-9725-3741-A55F-828934C217B7}"/>
          </ac:spMkLst>
        </pc:spChg>
      </pc:sldChg>
      <pc:sldChg chg="modSp mod">
        <pc:chgData name="Karen Yan Ming Leung" userId="5702c81a-7bc1-45f0-9e77-da815cac1d17" providerId="ADAL" clId="{49E13DDA-8E9C-EF4E-A745-6198926422FE}" dt="2022-04-18T02:18:35.133" v="452" actId="20577"/>
        <pc:sldMkLst>
          <pc:docMk/>
          <pc:sldMk cId="2391237028" sldId="394"/>
        </pc:sldMkLst>
        <pc:spChg chg="mod">
          <ac:chgData name="Karen Yan Ming Leung" userId="5702c81a-7bc1-45f0-9e77-da815cac1d17" providerId="ADAL" clId="{49E13DDA-8E9C-EF4E-A745-6198926422FE}" dt="2022-04-18T01:48:54.310" v="193" actId="20577"/>
          <ac:spMkLst>
            <pc:docMk/>
            <pc:sldMk cId="2391237028" sldId="394"/>
            <ac:spMk id="2" creationId="{5EBA6E32-B6C3-F647-8EF9-5593232481A5}"/>
          </ac:spMkLst>
        </pc:spChg>
        <pc:spChg chg="mod">
          <ac:chgData name="Karen Yan Ming Leung" userId="5702c81a-7bc1-45f0-9e77-da815cac1d17" providerId="ADAL" clId="{49E13DDA-8E9C-EF4E-A745-6198926422FE}" dt="2022-04-18T02:18:35.133" v="452" actId="20577"/>
          <ac:spMkLst>
            <pc:docMk/>
            <pc:sldMk cId="2391237028" sldId="394"/>
            <ac:spMk id="3" creationId="{1A5F707F-C7CC-CC4C-8B5D-80C239C51709}"/>
          </ac:spMkLst>
        </pc:spChg>
      </pc:sldChg>
      <pc:sldChg chg="modSp mod">
        <pc:chgData name="Karen Yan Ming Leung" userId="5702c81a-7bc1-45f0-9e77-da815cac1d17" providerId="ADAL" clId="{49E13DDA-8E9C-EF4E-A745-6198926422FE}" dt="2022-04-18T04:27:47.904" v="503" actId="20577"/>
        <pc:sldMkLst>
          <pc:docMk/>
          <pc:sldMk cId="2118916703" sldId="395"/>
        </pc:sldMkLst>
        <pc:spChg chg="mod">
          <ac:chgData name="Karen Yan Ming Leung" userId="5702c81a-7bc1-45f0-9e77-da815cac1d17" providerId="ADAL" clId="{49E13DDA-8E9C-EF4E-A745-6198926422FE}" dt="2022-04-18T02:18:57.356" v="453" actId="20577"/>
          <ac:spMkLst>
            <pc:docMk/>
            <pc:sldMk cId="2118916703" sldId="395"/>
            <ac:spMk id="2" creationId="{8B6DCE25-4CCD-994D-99D6-9ADF52CDEDC0}"/>
          </ac:spMkLst>
        </pc:spChg>
        <pc:spChg chg="mod">
          <ac:chgData name="Karen Yan Ming Leung" userId="5702c81a-7bc1-45f0-9e77-da815cac1d17" providerId="ADAL" clId="{49E13DDA-8E9C-EF4E-A745-6198926422FE}" dt="2022-04-18T04:27:47.904" v="503" actId="20577"/>
          <ac:spMkLst>
            <pc:docMk/>
            <pc:sldMk cId="2118916703" sldId="395"/>
            <ac:spMk id="3" creationId="{C6E1EC63-6A16-964A-85DB-4364E7BB510C}"/>
          </ac:spMkLst>
        </pc:spChg>
      </pc:sldChg>
      <pc:sldChg chg="modSp add mod">
        <pc:chgData name="Karen Yan Ming Leung" userId="5702c81a-7bc1-45f0-9e77-da815cac1d17" providerId="ADAL" clId="{49E13DDA-8E9C-EF4E-A745-6198926422FE}" dt="2022-04-18T00:15:06.543" v="144" actId="20577"/>
        <pc:sldMkLst>
          <pc:docMk/>
          <pc:sldMk cId="1967004324" sldId="396"/>
        </pc:sldMkLst>
        <pc:spChg chg="mod">
          <ac:chgData name="Karen Yan Ming Leung" userId="5702c81a-7bc1-45f0-9e77-da815cac1d17" providerId="ADAL" clId="{49E13DDA-8E9C-EF4E-A745-6198926422FE}" dt="2022-04-18T00:15:06.543" v="144" actId="20577"/>
          <ac:spMkLst>
            <pc:docMk/>
            <pc:sldMk cId="1967004324" sldId="396"/>
            <ac:spMk id="12" creationId="{78396013-0C5E-8C45-B9AD-277699FF1E38}"/>
          </ac:spMkLst>
        </pc:spChg>
      </pc:sldChg>
      <pc:sldChg chg="modSp add mod">
        <pc:chgData name="Karen Yan Ming Leung" userId="5702c81a-7bc1-45f0-9e77-da815cac1d17" providerId="ADAL" clId="{49E13DDA-8E9C-EF4E-A745-6198926422FE}" dt="2022-04-18T00:17:31.478" v="149" actId="12"/>
        <pc:sldMkLst>
          <pc:docMk/>
          <pc:sldMk cId="3700698877" sldId="397"/>
        </pc:sldMkLst>
        <pc:spChg chg="mod">
          <ac:chgData name="Karen Yan Ming Leung" userId="5702c81a-7bc1-45f0-9e77-da815cac1d17" providerId="ADAL" clId="{49E13DDA-8E9C-EF4E-A745-6198926422FE}" dt="2022-04-18T00:17:31.478" v="149" actId="12"/>
          <ac:spMkLst>
            <pc:docMk/>
            <pc:sldMk cId="3700698877" sldId="397"/>
            <ac:spMk id="12" creationId="{78396013-0C5E-8C45-B9AD-277699FF1E38}"/>
          </ac:spMkLst>
        </pc:spChg>
      </pc:sldChg>
      <pc:sldChg chg="add">
        <pc:chgData name="Karen Yan Ming Leung" userId="5702c81a-7bc1-45f0-9e77-da815cac1d17" providerId="ADAL" clId="{49E13DDA-8E9C-EF4E-A745-6198926422FE}" dt="2022-04-17T23:46:56.523" v="22"/>
        <pc:sldMkLst>
          <pc:docMk/>
          <pc:sldMk cId="1530462494" sldId="398"/>
        </pc:sldMkLst>
      </pc:sldChg>
      <pc:sldChg chg="modAnim">
        <pc:chgData name="Karen Yan Ming Leung" userId="5702c81a-7bc1-45f0-9e77-da815cac1d17" providerId="ADAL" clId="{49E13DDA-8E9C-EF4E-A745-6198926422FE}" dt="2022-04-18T05:49:59.758" v="896"/>
        <pc:sldMkLst>
          <pc:docMk/>
          <pc:sldMk cId="2289386493" sldId="403"/>
        </pc:sldMkLst>
      </pc:sldChg>
      <pc:sldChg chg="addSp delSp modSp mod">
        <pc:chgData name="Karen Yan Ming Leung" userId="5702c81a-7bc1-45f0-9e77-da815cac1d17" providerId="ADAL" clId="{49E13DDA-8E9C-EF4E-A745-6198926422FE}" dt="2022-04-18T06:20:11.212" v="914" actId="20577"/>
        <pc:sldMkLst>
          <pc:docMk/>
          <pc:sldMk cId="3790199888" sldId="408"/>
        </pc:sldMkLst>
        <pc:spChg chg="mod">
          <ac:chgData name="Karen Yan Ming Leung" userId="5702c81a-7bc1-45f0-9e77-da815cac1d17" providerId="ADAL" clId="{49E13DDA-8E9C-EF4E-A745-6198926422FE}" dt="2022-04-18T06:20:11.212" v="914" actId="20577"/>
          <ac:spMkLst>
            <pc:docMk/>
            <pc:sldMk cId="3790199888" sldId="408"/>
            <ac:spMk id="3" creationId="{0004A9BC-A134-F34A-A79B-87A8C27F13C4}"/>
          </ac:spMkLst>
        </pc:spChg>
        <pc:spChg chg="add del mod">
          <ac:chgData name="Karen Yan Ming Leung" userId="5702c81a-7bc1-45f0-9e77-da815cac1d17" providerId="ADAL" clId="{49E13DDA-8E9C-EF4E-A745-6198926422FE}" dt="2022-04-18T06:19:40.367" v="901"/>
          <ac:spMkLst>
            <pc:docMk/>
            <pc:sldMk cId="3790199888" sldId="408"/>
            <ac:spMk id="4" creationId="{DABE4B75-4DE4-5243-AF44-05C6A1E3F79E}"/>
          </ac:spMkLst>
        </pc:spChg>
      </pc:sldChg>
      <pc:sldChg chg="modSp mod">
        <pc:chgData name="Karen Yan Ming Leung" userId="5702c81a-7bc1-45f0-9e77-da815cac1d17" providerId="ADAL" clId="{49E13DDA-8E9C-EF4E-A745-6198926422FE}" dt="2022-04-18T06:43:19.114" v="1211" actId="27636"/>
        <pc:sldMkLst>
          <pc:docMk/>
          <pc:sldMk cId="495761610" sldId="413"/>
        </pc:sldMkLst>
        <pc:spChg chg="mod">
          <ac:chgData name="Karen Yan Ming Leung" userId="5702c81a-7bc1-45f0-9e77-da815cac1d17" providerId="ADAL" clId="{49E13DDA-8E9C-EF4E-A745-6198926422FE}" dt="2022-04-18T06:43:19.114" v="1211" actId="27636"/>
          <ac:spMkLst>
            <pc:docMk/>
            <pc:sldMk cId="495761610" sldId="413"/>
            <ac:spMk id="3" creationId="{5D5183B3-7C5D-3645-BBCD-2E3FC1B1BBCB}"/>
          </ac:spMkLst>
        </pc:spChg>
      </pc:sldChg>
      <pc:sldChg chg="modSp mod">
        <pc:chgData name="Karen Yan Ming Leung" userId="5702c81a-7bc1-45f0-9e77-da815cac1d17" providerId="ADAL" clId="{49E13DDA-8E9C-EF4E-A745-6198926422FE}" dt="2022-04-18T06:44:25.042" v="1236" actId="20577"/>
        <pc:sldMkLst>
          <pc:docMk/>
          <pc:sldMk cId="188365805" sldId="415"/>
        </pc:sldMkLst>
        <pc:spChg chg="mod">
          <ac:chgData name="Karen Yan Ming Leung" userId="5702c81a-7bc1-45f0-9e77-da815cac1d17" providerId="ADAL" clId="{49E13DDA-8E9C-EF4E-A745-6198926422FE}" dt="2022-04-18T06:44:25.042" v="1236" actId="20577"/>
          <ac:spMkLst>
            <pc:docMk/>
            <pc:sldMk cId="188365805" sldId="415"/>
            <ac:spMk id="3" creationId="{8E7F06BD-E407-6C48-A91B-2306D19A9641}"/>
          </ac:spMkLst>
        </pc:spChg>
      </pc:sldChg>
      <pc:sldChg chg="modSp mod">
        <pc:chgData name="Karen Yan Ming Leung" userId="5702c81a-7bc1-45f0-9e77-da815cac1d17" providerId="ADAL" clId="{49E13DDA-8E9C-EF4E-A745-6198926422FE}" dt="2022-04-18T06:37:28.842" v="1054" actId="20577"/>
        <pc:sldMkLst>
          <pc:docMk/>
          <pc:sldMk cId="2630251705" sldId="419"/>
        </pc:sldMkLst>
        <pc:spChg chg="mod">
          <ac:chgData name="Karen Yan Ming Leung" userId="5702c81a-7bc1-45f0-9e77-da815cac1d17" providerId="ADAL" clId="{49E13DDA-8E9C-EF4E-A745-6198926422FE}" dt="2022-04-18T06:24:51.801" v="981" actId="20577"/>
          <ac:spMkLst>
            <pc:docMk/>
            <pc:sldMk cId="2630251705" sldId="419"/>
            <ac:spMk id="2" creationId="{B61FEB43-38E2-6A44-8D6C-CF02AB6C210E}"/>
          </ac:spMkLst>
        </pc:spChg>
        <pc:spChg chg="mod">
          <ac:chgData name="Karen Yan Ming Leung" userId="5702c81a-7bc1-45f0-9e77-da815cac1d17" providerId="ADAL" clId="{49E13DDA-8E9C-EF4E-A745-6198926422FE}" dt="2022-04-18T06:37:28.842" v="1054" actId="20577"/>
          <ac:spMkLst>
            <pc:docMk/>
            <pc:sldMk cId="2630251705" sldId="419"/>
            <ac:spMk id="3" creationId="{9065FEE0-F04C-8E4D-A2E1-FA2CDDD31C9C}"/>
          </ac:spMkLst>
        </pc:spChg>
      </pc:sldChg>
      <pc:sldChg chg="modSp mod">
        <pc:chgData name="Karen Yan Ming Leung" userId="5702c81a-7bc1-45f0-9e77-da815cac1d17" providerId="ADAL" clId="{49E13DDA-8E9C-EF4E-A745-6198926422FE}" dt="2022-04-18T06:22:58.036" v="944"/>
        <pc:sldMkLst>
          <pc:docMk/>
          <pc:sldMk cId="3290296173" sldId="441"/>
        </pc:sldMkLst>
        <pc:spChg chg="mod">
          <ac:chgData name="Karen Yan Ming Leung" userId="5702c81a-7bc1-45f0-9e77-da815cac1d17" providerId="ADAL" clId="{49E13DDA-8E9C-EF4E-A745-6198926422FE}" dt="2022-04-18T06:22:58.036" v="944"/>
          <ac:spMkLst>
            <pc:docMk/>
            <pc:sldMk cId="3290296173" sldId="441"/>
            <ac:spMk id="3" creationId="{B64CBBD7-6B2F-1A4A-A41F-D33D05AFE879}"/>
          </ac:spMkLst>
        </pc:spChg>
      </pc:sldChg>
      <pc:sldChg chg="modSp mod">
        <pc:chgData name="Karen Yan Ming Leung" userId="5702c81a-7bc1-45f0-9e77-da815cac1d17" providerId="ADAL" clId="{49E13DDA-8E9C-EF4E-A745-6198926422FE}" dt="2022-04-18T04:45:04.910" v="650"/>
        <pc:sldMkLst>
          <pc:docMk/>
          <pc:sldMk cId="3384035532" sldId="442"/>
        </pc:sldMkLst>
        <pc:spChg chg="mod">
          <ac:chgData name="Karen Yan Ming Leung" userId="5702c81a-7bc1-45f0-9e77-da815cac1d17" providerId="ADAL" clId="{49E13DDA-8E9C-EF4E-A745-6198926422FE}" dt="2022-04-18T04:28:40.851" v="517" actId="20577"/>
          <ac:spMkLst>
            <pc:docMk/>
            <pc:sldMk cId="3384035532" sldId="442"/>
            <ac:spMk id="2" creationId="{F62EE7F4-FF5E-4E47-91F8-63F7D2C1CB1C}"/>
          </ac:spMkLst>
        </pc:spChg>
        <pc:spChg chg="mod">
          <ac:chgData name="Karen Yan Ming Leung" userId="5702c81a-7bc1-45f0-9e77-da815cac1d17" providerId="ADAL" clId="{49E13DDA-8E9C-EF4E-A745-6198926422FE}" dt="2022-04-18T04:45:04.910" v="650"/>
          <ac:spMkLst>
            <pc:docMk/>
            <pc:sldMk cId="3384035532" sldId="442"/>
            <ac:spMk id="3" creationId="{4CBE2445-7EE9-1F47-85D5-DFC6A1ACB99A}"/>
          </ac:spMkLst>
        </pc:spChg>
      </pc:sldChg>
      <pc:sldChg chg="addSp delSp modSp mod modNotesTx">
        <pc:chgData name="Karen Yan Ming Leung" userId="5702c81a-7bc1-45f0-9e77-da815cac1d17" providerId="ADAL" clId="{49E13DDA-8E9C-EF4E-A745-6198926422FE}" dt="2022-04-18T05:46:45.466" v="695" actId="1036"/>
        <pc:sldMkLst>
          <pc:docMk/>
          <pc:sldMk cId="3931490999" sldId="443"/>
        </pc:sldMkLst>
        <pc:spChg chg="mod">
          <ac:chgData name="Karen Yan Ming Leung" userId="5702c81a-7bc1-45f0-9e77-da815cac1d17" providerId="ADAL" clId="{49E13DDA-8E9C-EF4E-A745-6198926422FE}" dt="2022-04-18T05:46:44.085" v="694" actId="20577"/>
          <ac:spMkLst>
            <pc:docMk/>
            <pc:sldMk cId="3931490999" sldId="443"/>
            <ac:spMk id="5" creationId="{E0961E8E-0C43-CD41-A238-AB339FB54AD2}"/>
          </ac:spMkLst>
        </pc:spChg>
        <pc:picChg chg="add mod">
          <ac:chgData name="Karen Yan Ming Leung" userId="5702c81a-7bc1-45f0-9e77-da815cac1d17" providerId="ADAL" clId="{49E13DDA-8E9C-EF4E-A745-6198926422FE}" dt="2022-04-18T05:46:45.466" v="695" actId="1036"/>
          <ac:picMkLst>
            <pc:docMk/>
            <pc:sldMk cId="3931490999" sldId="443"/>
            <ac:picMk id="3" creationId="{67DC2F92-FEF0-734C-8482-F8C6BE053404}"/>
          </ac:picMkLst>
        </pc:picChg>
        <pc:picChg chg="add del mod">
          <ac:chgData name="Karen Yan Ming Leung" userId="5702c81a-7bc1-45f0-9e77-da815cac1d17" providerId="ADAL" clId="{49E13DDA-8E9C-EF4E-A745-6198926422FE}" dt="2022-04-18T04:37:12.912" v="599" actId="478"/>
          <ac:picMkLst>
            <pc:docMk/>
            <pc:sldMk cId="3931490999" sldId="443"/>
            <ac:picMk id="4" creationId="{AE1F80AF-9355-FD45-9391-8193677ADB4C}"/>
          </ac:picMkLst>
        </pc:picChg>
        <pc:picChg chg="add mod">
          <ac:chgData name="Karen Yan Ming Leung" userId="5702c81a-7bc1-45f0-9e77-da815cac1d17" providerId="ADAL" clId="{49E13DDA-8E9C-EF4E-A745-6198926422FE}" dt="2022-04-18T05:46:20.477" v="660" actId="1076"/>
          <ac:picMkLst>
            <pc:docMk/>
            <pc:sldMk cId="3931490999" sldId="443"/>
            <ac:picMk id="6" creationId="{F73C6B96-DE29-D448-BF70-8E22BFCC95F1}"/>
          </ac:picMkLst>
        </pc:picChg>
        <pc:picChg chg="add del mod">
          <ac:chgData name="Karen Yan Ming Leung" userId="5702c81a-7bc1-45f0-9e77-da815cac1d17" providerId="ADAL" clId="{49E13DDA-8E9C-EF4E-A745-6198926422FE}" dt="2022-04-18T04:31:45.718" v="589" actId="478"/>
          <ac:picMkLst>
            <pc:docMk/>
            <pc:sldMk cId="3931490999" sldId="443"/>
            <ac:picMk id="7" creationId="{BD6DA1A1-88E0-E547-8851-284BB712F5B2}"/>
          </ac:picMkLst>
        </pc:picChg>
      </pc:sldChg>
      <pc:sldChg chg="del">
        <pc:chgData name="Karen Yan Ming Leung" userId="5702c81a-7bc1-45f0-9e77-da815cac1d17" providerId="ADAL" clId="{49E13DDA-8E9C-EF4E-A745-6198926422FE}" dt="2022-04-18T01:48:49.649" v="192" actId="2696"/>
        <pc:sldMkLst>
          <pc:docMk/>
          <pc:sldMk cId="2913496960" sldId="444"/>
        </pc:sldMkLst>
      </pc:sldChg>
      <pc:sldChg chg="modSp add mod">
        <pc:chgData name="Karen Yan Ming Leung" userId="5702c81a-7bc1-45f0-9e77-da815cac1d17" providerId="ADAL" clId="{49E13DDA-8E9C-EF4E-A745-6198926422FE}" dt="2022-04-18T00:02:32.224" v="69" actId="20577"/>
        <pc:sldMkLst>
          <pc:docMk/>
          <pc:sldMk cId="1258241937" sldId="445"/>
        </pc:sldMkLst>
        <pc:spChg chg="mod">
          <ac:chgData name="Karen Yan Ming Leung" userId="5702c81a-7bc1-45f0-9e77-da815cac1d17" providerId="ADAL" clId="{49E13DDA-8E9C-EF4E-A745-6198926422FE}" dt="2022-04-18T00:02:32.224" v="69" actId="20577"/>
          <ac:spMkLst>
            <pc:docMk/>
            <pc:sldMk cId="1258241937" sldId="445"/>
            <ac:spMk id="3" creationId="{539179D1-B249-9242-A6A6-532E50F4747C}"/>
          </ac:spMkLst>
        </pc:spChg>
      </pc:sldChg>
      <pc:sldChg chg="add">
        <pc:chgData name="Karen Yan Ming Leung" userId="5702c81a-7bc1-45f0-9e77-da815cac1d17" providerId="ADAL" clId="{49E13DDA-8E9C-EF4E-A745-6198926422FE}" dt="2022-04-17T23:46:56.523" v="22"/>
        <pc:sldMkLst>
          <pc:docMk/>
          <pc:sldMk cId="74076246" sldId="446"/>
        </pc:sldMkLst>
      </pc:sldChg>
      <pc:sldChg chg="modSp add mod">
        <pc:chgData name="Karen Yan Ming Leung" userId="5702c81a-7bc1-45f0-9e77-da815cac1d17" providerId="ADAL" clId="{49E13DDA-8E9C-EF4E-A745-6198926422FE}" dt="2022-04-18T00:12:47.620" v="104" actId="20577"/>
        <pc:sldMkLst>
          <pc:docMk/>
          <pc:sldMk cId="4019876186" sldId="447"/>
        </pc:sldMkLst>
        <pc:spChg chg="mod">
          <ac:chgData name="Karen Yan Ming Leung" userId="5702c81a-7bc1-45f0-9e77-da815cac1d17" providerId="ADAL" clId="{49E13DDA-8E9C-EF4E-A745-6198926422FE}" dt="2022-04-18T00:12:47.620" v="104" actId="20577"/>
          <ac:spMkLst>
            <pc:docMk/>
            <pc:sldMk cId="4019876186" sldId="447"/>
            <ac:spMk id="2" creationId="{F588C0BC-7DD7-AF48-9555-6F98FFEE85C8}"/>
          </ac:spMkLst>
        </pc:spChg>
      </pc:sldChg>
      <pc:sldChg chg="modSp add">
        <pc:chgData name="Karen Yan Ming Leung" userId="5702c81a-7bc1-45f0-9e77-da815cac1d17" providerId="ADAL" clId="{49E13DDA-8E9C-EF4E-A745-6198926422FE}" dt="2022-04-18T00:12:53.577" v="105"/>
        <pc:sldMkLst>
          <pc:docMk/>
          <pc:sldMk cId="260925825" sldId="448"/>
        </pc:sldMkLst>
        <pc:spChg chg="mod">
          <ac:chgData name="Karen Yan Ming Leung" userId="5702c81a-7bc1-45f0-9e77-da815cac1d17" providerId="ADAL" clId="{49E13DDA-8E9C-EF4E-A745-6198926422FE}" dt="2022-04-18T00:12:53.577" v="105"/>
          <ac:spMkLst>
            <pc:docMk/>
            <pc:sldMk cId="260925825" sldId="448"/>
            <ac:spMk id="2" creationId="{F588C0BC-7DD7-AF48-9555-6F98FFEE85C8}"/>
          </ac:spMkLst>
        </pc:spChg>
      </pc:sldChg>
      <pc:sldChg chg="modSp add">
        <pc:chgData name="Karen Yan Ming Leung" userId="5702c81a-7bc1-45f0-9e77-da815cac1d17" providerId="ADAL" clId="{49E13DDA-8E9C-EF4E-A745-6198926422FE}" dt="2022-04-18T00:12:57.275" v="106"/>
        <pc:sldMkLst>
          <pc:docMk/>
          <pc:sldMk cId="3455344319" sldId="449"/>
        </pc:sldMkLst>
        <pc:spChg chg="mod">
          <ac:chgData name="Karen Yan Ming Leung" userId="5702c81a-7bc1-45f0-9e77-da815cac1d17" providerId="ADAL" clId="{49E13DDA-8E9C-EF4E-A745-6198926422FE}" dt="2022-04-18T00:12:57.275" v="106"/>
          <ac:spMkLst>
            <pc:docMk/>
            <pc:sldMk cId="3455344319" sldId="449"/>
            <ac:spMk id="2" creationId="{F588C0BC-7DD7-AF48-9555-6F98FFEE85C8}"/>
          </ac:spMkLst>
        </pc:spChg>
      </pc:sldChg>
      <pc:sldChg chg="modSp add mod">
        <pc:chgData name="Karen Yan Ming Leung" userId="5702c81a-7bc1-45f0-9e77-da815cac1d17" providerId="ADAL" clId="{49E13DDA-8E9C-EF4E-A745-6198926422FE}" dt="2022-04-18T00:14:13.838" v="125" actId="20577"/>
        <pc:sldMkLst>
          <pc:docMk/>
          <pc:sldMk cId="477968170" sldId="450"/>
        </pc:sldMkLst>
        <pc:spChg chg="mod">
          <ac:chgData name="Karen Yan Ming Leung" userId="5702c81a-7bc1-45f0-9e77-da815cac1d17" providerId="ADAL" clId="{49E13DDA-8E9C-EF4E-A745-6198926422FE}" dt="2022-04-18T00:14:13.838" v="125" actId="20577"/>
          <ac:spMkLst>
            <pc:docMk/>
            <pc:sldMk cId="477968170" sldId="450"/>
            <ac:spMk id="12" creationId="{78396013-0C5E-8C45-B9AD-277699FF1E38}"/>
          </ac:spMkLst>
        </pc:spChg>
      </pc:sldChg>
      <pc:sldChg chg="add modAnim">
        <pc:chgData name="Karen Yan Ming Leung" userId="5702c81a-7bc1-45f0-9e77-da815cac1d17" providerId="ADAL" clId="{49E13DDA-8E9C-EF4E-A745-6198926422FE}" dt="2022-04-18T00:18:17.891" v="151"/>
        <pc:sldMkLst>
          <pc:docMk/>
          <pc:sldMk cId="2867337344" sldId="451"/>
        </pc:sldMkLst>
      </pc:sldChg>
      <pc:sldChg chg="addSp modSp add mod">
        <pc:chgData name="Karen Yan Ming Leung" userId="5702c81a-7bc1-45f0-9e77-da815cac1d17" providerId="ADAL" clId="{49E13DDA-8E9C-EF4E-A745-6198926422FE}" dt="2022-04-18T02:18:07.508" v="450" actId="1076"/>
        <pc:sldMkLst>
          <pc:docMk/>
          <pc:sldMk cId="1642799855" sldId="452"/>
        </pc:sldMkLst>
        <pc:spChg chg="add mod">
          <ac:chgData name="Karen Yan Ming Leung" userId="5702c81a-7bc1-45f0-9e77-da815cac1d17" providerId="ADAL" clId="{49E13DDA-8E9C-EF4E-A745-6198926422FE}" dt="2022-04-18T02:18:07.508" v="450" actId="1076"/>
          <ac:spMkLst>
            <pc:docMk/>
            <pc:sldMk cId="1642799855" sldId="452"/>
            <ac:spMk id="4" creationId="{B9938763-2F61-1D4A-9756-F9A457F127E4}"/>
          </ac:spMkLst>
        </pc:spChg>
      </pc:sldChg>
      <pc:sldChg chg="addSp delSp modSp add mod">
        <pc:chgData name="Karen Yan Ming Leung" userId="5702c81a-7bc1-45f0-9e77-da815cac1d17" providerId="ADAL" clId="{49E13DDA-8E9C-EF4E-A745-6198926422FE}" dt="2022-04-18T05:49:13.511" v="895" actId="20577"/>
        <pc:sldMkLst>
          <pc:docMk/>
          <pc:sldMk cId="1761670076" sldId="453"/>
        </pc:sldMkLst>
        <pc:spChg chg="mod">
          <ac:chgData name="Karen Yan Ming Leung" userId="5702c81a-7bc1-45f0-9e77-da815cac1d17" providerId="ADAL" clId="{49E13DDA-8E9C-EF4E-A745-6198926422FE}" dt="2022-04-18T05:49:13.511" v="895" actId="20577"/>
          <ac:spMkLst>
            <pc:docMk/>
            <pc:sldMk cId="1761670076" sldId="453"/>
            <ac:spMk id="5" creationId="{E0961E8E-0C43-CD41-A238-AB339FB54AD2}"/>
          </ac:spMkLst>
        </pc:spChg>
        <pc:spChg chg="add del mod">
          <ac:chgData name="Karen Yan Ming Leung" userId="5702c81a-7bc1-45f0-9e77-da815cac1d17" providerId="ADAL" clId="{49E13DDA-8E9C-EF4E-A745-6198926422FE}" dt="2022-04-18T05:46:57.917" v="698"/>
          <ac:spMkLst>
            <pc:docMk/>
            <pc:sldMk cId="1761670076" sldId="453"/>
            <ac:spMk id="11" creationId="{25DD975F-3268-3948-8B88-F76F1A250F91}"/>
          </ac:spMkLst>
        </pc:spChg>
      </pc:sldChg>
    </pc:docChg>
  </pc:docChgLst>
  <pc:docChgLst>
    <pc:chgData name="Edward Fu Schmerling" userId="c8b75dde-c097-4599-bb13-81e931e3f9a3" providerId="ADAL" clId="{AD343518-F06D-4F22-B6F8-7F5E447018B4}"/>
    <pc:docChg chg="undo custSel modSld">
      <pc:chgData name="Edward Fu Schmerling" userId="c8b75dde-c097-4599-bb13-81e931e3f9a3" providerId="ADAL" clId="{AD343518-F06D-4F22-B6F8-7F5E447018B4}" dt="2022-04-20T09:37:02.219" v="261" actId="21"/>
      <pc:docMkLst>
        <pc:docMk/>
      </pc:docMkLst>
      <pc:sldChg chg="modSp mod">
        <pc:chgData name="Edward Fu Schmerling" userId="c8b75dde-c097-4599-bb13-81e931e3f9a3" providerId="ADAL" clId="{AD343518-F06D-4F22-B6F8-7F5E447018B4}" dt="2022-04-18T07:07:48.744" v="2" actId="27636"/>
        <pc:sldMkLst>
          <pc:docMk/>
          <pc:sldMk cId="259604979" sldId="388"/>
        </pc:sldMkLst>
        <pc:spChg chg="mod">
          <ac:chgData name="Edward Fu Schmerling" userId="c8b75dde-c097-4599-bb13-81e931e3f9a3" providerId="ADAL" clId="{AD343518-F06D-4F22-B6F8-7F5E447018B4}" dt="2022-04-18T07:07:48.744" v="2" actId="27636"/>
          <ac:spMkLst>
            <pc:docMk/>
            <pc:sldMk cId="259604979" sldId="388"/>
            <ac:spMk id="3" creationId="{D88507FF-DF20-5F4B-9237-9A0C92B04815}"/>
          </ac:spMkLst>
        </pc:spChg>
      </pc:sldChg>
      <pc:sldChg chg="modSp mod">
        <pc:chgData name="Edward Fu Schmerling" userId="c8b75dde-c097-4599-bb13-81e931e3f9a3" providerId="ADAL" clId="{AD343518-F06D-4F22-B6F8-7F5E447018B4}" dt="2022-04-18T07:07:48.911" v="3" actId="27636"/>
        <pc:sldMkLst>
          <pc:docMk/>
          <pc:sldMk cId="2713135135" sldId="393"/>
        </pc:sldMkLst>
        <pc:spChg chg="mod">
          <ac:chgData name="Edward Fu Schmerling" userId="c8b75dde-c097-4599-bb13-81e931e3f9a3" providerId="ADAL" clId="{AD343518-F06D-4F22-B6F8-7F5E447018B4}" dt="2022-04-18T07:07:48.911" v="3" actId="27636"/>
          <ac:spMkLst>
            <pc:docMk/>
            <pc:sldMk cId="2713135135" sldId="393"/>
            <ac:spMk id="3" creationId="{FBD3295C-9725-3741-A55F-828934C217B7}"/>
          </ac:spMkLst>
        </pc:spChg>
      </pc:sldChg>
      <pc:sldChg chg="addSp delSp modSp mod">
        <pc:chgData name="Edward Fu Schmerling" userId="c8b75dde-c097-4599-bb13-81e931e3f9a3" providerId="ADAL" clId="{AD343518-F06D-4F22-B6F8-7F5E447018B4}" dt="2022-04-20T09:37:02.219" v="261" actId="21"/>
        <pc:sldMkLst>
          <pc:docMk/>
          <pc:sldMk cId="3651528683" sldId="399"/>
        </pc:sldMkLst>
        <pc:spChg chg="del mod">
          <ac:chgData name="Edward Fu Schmerling" userId="c8b75dde-c097-4599-bb13-81e931e3f9a3" providerId="ADAL" clId="{AD343518-F06D-4F22-B6F8-7F5E447018B4}" dt="2022-04-18T07:29:01.974" v="8" actId="478"/>
          <ac:spMkLst>
            <pc:docMk/>
            <pc:sldMk cId="3651528683" sldId="399"/>
            <ac:spMk id="3" creationId="{041834AB-4990-1841-A099-C9C9563E417D}"/>
          </ac:spMkLst>
        </pc:spChg>
        <pc:spChg chg="add mod">
          <ac:chgData name="Edward Fu Schmerling" userId="c8b75dde-c097-4599-bb13-81e931e3f9a3" providerId="ADAL" clId="{AD343518-F06D-4F22-B6F8-7F5E447018B4}" dt="2022-04-20T09:37:02.219" v="261" actId="21"/>
          <ac:spMkLst>
            <pc:docMk/>
            <pc:sldMk cId="3651528683" sldId="399"/>
            <ac:spMk id="9" creationId="{D4A5E215-9088-48C4-AEBD-0DF18FDE67DE}"/>
          </ac:spMkLst>
        </pc:spChg>
      </pc:sldChg>
      <pc:sldChg chg="modSp mod">
        <pc:chgData name="Edward Fu Schmerling" userId="c8b75dde-c097-4599-bb13-81e931e3f9a3" providerId="ADAL" clId="{AD343518-F06D-4F22-B6F8-7F5E447018B4}" dt="2022-04-20T07:32:10.306" v="77" actId="27636"/>
        <pc:sldMkLst>
          <pc:docMk/>
          <pc:sldMk cId="3790199888" sldId="408"/>
        </pc:sldMkLst>
        <pc:spChg chg="mod">
          <ac:chgData name="Edward Fu Schmerling" userId="c8b75dde-c097-4599-bb13-81e931e3f9a3" providerId="ADAL" clId="{AD343518-F06D-4F22-B6F8-7F5E447018B4}" dt="2022-04-20T07:32:10.306" v="77" actId="27636"/>
          <ac:spMkLst>
            <pc:docMk/>
            <pc:sldMk cId="3790199888" sldId="408"/>
            <ac:spMk id="3" creationId="{0004A9BC-A134-F34A-A79B-87A8C27F13C4}"/>
          </ac:spMkLst>
        </pc:spChg>
      </pc:sldChg>
      <pc:sldChg chg="modSp mod">
        <pc:chgData name="Edward Fu Schmerling" userId="c8b75dde-c097-4599-bb13-81e931e3f9a3" providerId="ADAL" clId="{AD343518-F06D-4F22-B6F8-7F5E447018B4}" dt="2022-04-20T07:46:51.256" v="249" actId="14100"/>
        <pc:sldMkLst>
          <pc:docMk/>
          <pc:sldMk cId="2630251705" sldId="419"/>
        </pc:sldMkLst>
        <pc:spChg chg="mod">
          <ac:chgData name="Edward Fu Schmerling" userId="c8b75dde-c097-4599-bb13-81e931e3f9a3" providerId="ADAL" clId="{AD343518-F06D-4F22-B6F8-7F5E447018B4}" dt="2022-04-20T07:46:26.099" v="238" actId="27636"/>
          <ac:spMkLst>
            <pc:docMk/>
            <pc:sldMk cId="2630251705" sldId="419"/>
            <ac:spMk id="3" creationId="{9065FEE0-F04C-8E4D-A2E1-FA2CDDD31C9C}"/>
          </ac:spMkLst>
        </pc:spChg>
        <pc:spChg chg="mod">
          <ac:chgData name="Edward Fu Schmerling" userId="c8b75dde-c097-4599-bb13-81e931e3f9a3" providerId="ADAL" clId="{AD343518-F06D-4F22-B6F8-7F5E447018B4}" dt="2022-04-20T07:46:51.256" v="249" actId="14100"/>
          <ac:spMkLst>
            <pc:docMk/>
            <pc:sldMk cId="2630251705" sldId="419"/>
            <ac:spMk id="8" creationId="{B3860B6D-9BB9-0343-B60C-407BAE4A0868}"/>
          </ac:spMkLst>
        </pc:spChg>
      </pc:sldChg>
      <pc:sldChg chg="modSp">
        <pc:chgData name="Edward Fu Schmerling" userId="c8b75dde-c097-4599-bb13-81e931e3f9a3" providerId="ADAL" clId="{AD343518-F06D-4F22-B6F8-7F5E447018B4}" dt="2022-04-20T07:44:48.335" v="102" actId="20577"/>
        <pc:sldMkLst>
          <pc:docMk/>
          <pc:sldMk cId="3290296173" sldId="441"/>
        </pc:sldMkLst>
        <pc:spChg chg="mod">
          <ac:chgData name="Edward Fu Schmerling" userId="c8b75dde-c097-4599-bb13-81e931e3f9a3" providerId="ADAL" clId="{AD343518-F06D-4F22-B6F8-7F5E447018B4}" dt="2022-04-20T07:44:48.335" v="102" actId="20577"/>
          <ac:spMkLst>
            <pc:docMk/>
            <pc:sldMk cId="3290296173" sldId="441"/>
            <ac:spMk id="3" creationId="{B64CBBD7-6B2F-1A4A-A41F-D33D05AFE879}"/>
          </ac:spMkLst>
        </pc:spChg>
      </pc:sldChg>
      <pc:sldChg chg="modSp mod">
        <pc:chgData name="Edward Fu Schmerling" userId="c8b75dde-c097-4599-bb13-81e931e3f9a3" providerId="ADAL" clId="{AD343518-F06D-4F22-B6F8-7F5E447018B4}" dt="2022-04-18T07:07:49.125" v="5" actId="27636"/>
        <pc:sldMkLst>
          <pc:docMk/>
          <pc:sldMk cId="3384035532" sldId="442"/>
        </pc:sldMkLst>
        <pc:spChg chg="mod">
          <ac:chgData name="Edward Fu Schmerling" userId="c8b75dde-c097-4599-bb13-81e931e3f9a3" providerId="ADAL" clId="{AD343518-F06D-4F22-B6F8-7F5E447018B4}" dt="2022-04-18T07:07:49.125" v="5" actId="27636"/>
          <ac:spMkLst>
            <pc:docMk/>
            <pc:sldMk cId="3384035532" sldId="442"/>
            <ac:spMk id="3" creationId="{4CBE2445-7EE9-1F47-85D5-DFC6A1ACB99A}"/>
          </ac:spMkLst>
        </pc:spChg>
      </pc:sldChg>
      <pc:sldChg chg="modSp mod">
        <pc:chgData name="Edward Fu Schmerling" userId="c8b75dde-c097-4599-bb13-81e931e3f9a3" providerId="ADAL" clId="{AD343518-F06D-4F22-B6F8-7F5E447018B4}" dt="2022-04-18T07:07:48.988" v="4" actId="27636"/>
        <pc:sldMkLst>
          <pc:docMk/>
          <pc:sldMk cId="1642799855" sldId="452"/>
        </pc:sldMkLst>
        <pc:spChg chg="mod">
          <ac:chgData name="Edward Fu Schmerling" userId="c8b75dde-c097-4599-bb13-81e931e3f9a3" providerId="ADAL" clId="{AD343518-F06D-4F22-B6F8-7F5E447018B4}" dt="2022-04-18T07:07:48.988" v="4" actId="27636"/>
          <ac:spMkLst>
            <pc:docMk/>
            <pc:sldMk cId="1642799855" sldId="452"/>
            <ac:spMk id="3" creationId="{FBD3295C-9725-3741-A55F-828934C217B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Main_diagonal" TargetMode="External"/><Relationship Id="rId3" Type="http://schemas.openxmlformats.org/officeDocument/2006/relationships/hyperlink" Target="https://en.wikipedia.org/wiki/Expected_value" TargetMode="External"/><Relationship Id="rId7" Type="http://schemas.openxmlformats.org/officeDocument/2006/relationships/hyperlink" Target="https://en.wikipedia.org/wiki/Trace_(linear_algebra)#cite_note-:1-1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quare_matrix" TargetMode="External"/><Relationship Id="rId5" Type="http://schemas.openxmlformats.org/officeDocument/2006/relationships/hyperlink" Target="https://en.wikipedia.org/wiki/Trace_(linear_algebra)" TargetMode="External"/><Relationship Id="rId4" Type="http://schemas.openxmlformats.org/officeDocument/2006/relationships/hyperlink" Target="https://en.wikipedia.org/wiki/Covariance_matrix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l"/>
                <a:r>
                  <a:rPr lang="en-US" dirty="0">
                    <a:effectLst/>
                  </a:rPr>
                  <a:t>E⁡[𝜀^𝑇</a:t>
                </a:r>
                <a:r>
                  <a:rPr lang="el-GR" dirty="0">
                    <a:effectLst/>
                  </a:rPr>
                  <a:t>Λ𝜀]=</a:t>
                </a:r>
                <a:r>
                  <a:rPr lang="en-US" dirty="0">
                    <a:effectLst/>
                  </a:rPr>
                  <a:t>tr[</a:t>
                </a:r>
                <a:r>
                  <a:rPr lang="el-GR" dirty="0">
                    <a:effectLst/>
                  </a:rPr>
                  <a:t>ΛΣ]</a:t>
                </a:r>
                <a:r>
                  <a:rPr lang="en-US" dirty="0">
                    <a:effectLst/>
                  </a:rPr>
                  <a:t> </a:t>
                </a:r>
                <a:r>
                  <a:rPr lang="el-GR" dirty="0">
                    <a:effectLst/>
                  </a:rPr>
                  <a:t>+</a:t>
                </a:r>
                <a:r>
                  <a:rPr lang="en-US" dirty="0">
                    <a:effectLst/>
                  </a:rPr>
                  <a:t> </a:t>
                </a:r>
                <a:r>
                  <a:rPr lang="el-GR" dirty="0">
                    <a:effectLst/>
                  </a:rPr>
                  <a:t>𝜇𝑇Λ𝜇</a:t>
                </a:r>
                <a:r>
                  <a:rPr lang="en-US" dirty="0">
                    <a:effectLst/>
                  </a:rPr>
                  <a:t> 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where 𝜇 and </a:t>
                </a:r>
                <a:r>
                  <a:rPr lang="el-GR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Σ 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are the </a:t>
                </a:r>
                <a:r>
                  <a:rPr lang="en-US" b="0" i="0" u="none" strike="noStrike" dirty="0">
                    <a:solidFill>
                      <a:srgbClr val="3366CC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  <a:hlinkClick r:id="rId3" tooltip="Expected value"/>
                  </a:rPr>
                  <a:t>expected value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 and </a:t>
                </a:r>
                <a:r>
                  <a:rPr lang="en-US" b="0" i="0" u="none" strike="noStrike" dirty="0">
                    <a:solidFill>
                      <a:srgbClr val="3366CC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  <a:hlinkClick r:id="rId4" tooltip="Covariance matrix"/>
                  </a:rPr>
                  <a:t>variance-covariance matrix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 of 𝜀, respectively, and tr denotes the </a:t>
                </a:r>
                <a:r>
                  <a:rPr lang="en-US" b="0" i="0" u="none" strike="noStrike" dirty="0">
                    <a:solidFill>
                      <a:srgbClr val="3366CC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  <a:hlinkClick r:id="rId5" tooltip="Trace (linear algebra)"/>
                  </a:rPr>
                  <a:t>trace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 of a matrix.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the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trace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of a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6" tooltip="Square matrix"/>
                  </a:rPr>
                  <a:t>square matrix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denoted tr(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),</a:t>
                </a:r>
                <a:r>
                  <a:rPr lang="en-US" sz="1200" b="0" i="0" u="none" strike="noStrike" kern="1200" baseline="300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7"/>
                  </a:rPr>
                  <a:t>[1]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is the sum of the elements on its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8" tooltip="Main diagonal"/>
                  </a:rPr>
                  <a:t>main diagonal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𝑎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11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+</m:t>
                    </m:r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𝑎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22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+⋯+</m:t>
                    </m:r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𝑎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𝑛𝑛</m:t>
                        </m:r>
                      </m:sub>
                    </m:sSub>
                  </m:oMath>
                </a14:m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It is only defined for a square matrix (</a:t>
                </a:r>
                <a:r>
                  <a:rPr lang="en-US" sz="1200" b="0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× </a:t>
                </a:r>
                <a:r>
                  <a:rPr lang="en-US" sz="1200" b="0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J_{k+1}^*(\x_{k+1}) = \frac{1}{2}\x_{k+1}^T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\x_{k+1}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J_{k}^*(\x_{k+1})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}\E_{\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}\left[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+ J_{k+1}^*(f(\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))\right]\\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}\frac{1}{2}\E_{\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}\left[\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)\right]\\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}\frac{1}{2}\E_{\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}\left[\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)\right.\\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\left. 2(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P_{k+1}\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\right]\\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}\frac{1}{2}\left(\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mathrm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{tr}(P_{k+1}\Sigma_{\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})\right)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l"/>
                <a:r>
                  <a:rPr lang="en-US" dirty="0">
                    <a:effectLst/>
                  </a:rPr>
                  <a:t>E⁡[𝜀^𝑇</a:t>
                </a:r>
                <a:r>
                  <a:rPr lang="el-GR" dirty="0">
                    <a:effectLst/>
                  </a:rPr>
                  <a:t>Λ𝜀]=</a:t>
                </a:r>
                <a:r>
                  <a:rPr lang="en-US" dirty="0">
                    <a:effectLst/>
                  </a:rPr>
                  <a:t>tr[</a:t>
                </a:r>
                <a:r>
                  <a:rPr lang="el-GR" dirty="0">
                    <a:effectLst/>
                  </a:rPr>
                  <a:t>ΛΣ]</a:t>
                </a:r>
                <a:r>
                  <a:rPr lang="en-US" dirty="0">
                    <a:effectLst/>
                  </a:rPr>
                  <a:t> </a:t>
                </a:r>
                <a:r>
                  <a:rPr lang="el-GR" dirty="0">
                    <a:effectLst/>
                  </a:rPr>
                  <a:t>+</a:t>
                </a:r>
                <a:r>
                  <a:rPr lang="en-US" dirty="0">
                    <a:effectLst/>
                  </a:rPr>
                  <a:t> </a:t>
                </a:r>
                <a:r>
                  <a:rPr lang="el-GR" dirty="0">
                    <a:effectLst/>
                  </a:rPr>
                  <a:t>𝜇𝑇Λ𝜇</a:t>
                </a:r>
                <a:r>
                  <a:rPr lang="en-US" dirty="0">
                    <a:effectLst/>
                  </a:rPr>
                  <a:t> 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where 𝜇 and </a:t>
                </a:r>
                <a:r>
                  <a:rPr lang="el-GR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Σ 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are the </a:t>
                </a:r>
                <a:r>
                  <a:rPr lang="en-US" b="0" i="0" u="none" strike="noStrike" dirty="0">
                    <a:solidFill>
                      <a:srgbClr val="3366CC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  <a:hlinkClick r:id="rId3" tooltip="Expected value"/>
                  </a:rPr>
                  <a:t>expected value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 and </a:t>
                </a:r>
                <a:r>
                  <a:rPr lang="en-US" b="0" i="0" u="none" strike="noStrike" dirty="0">
                    <a:solidFill>
                      <a:srgbClr val="3366CC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  <a:hlinkClick r:id="rId4" tooltip="Covariance matrix"/>
                  </a:rPr>
                  <a:t>variance-covariance matrix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 of 𝜀, respectively, and tr denotes the </a:t>
                </a:r>
                <a:r>
                  <a:rPr lang="en-US" b="0" i="0" u="none" strike="noStrike" dirty="0">
                    <a:solidFill>
                      <a:srgbClr val="3366CC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  <a:hlinkClick r:id="rId5" tooltip="Trace (linear algebra)"/>
                  </a:rPr>
                  <a:t>trace</a:t>
                </a:r>
                <a:r>
                  <a:rPr lang="en-US" b="0" i="0" dirty="0">
                    <a:solidFill>
                      <a:srgbClr val="202122"/>
                    </a:solidFill>
                    <a:effectLst/>
                    <a:highlight>
                      <a:srgbClr val="FFFFFF"/>
                    </a:highlight>
                    <a:latin typeface="Arial" panose="020B0604020202020204" pitchFamily="34" charset="0"/>
                  </a:rPr>
                  <a:t> of a matrix.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the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trace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of a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6" tooltip="Square matrix"/>
                  </a:rPr>
                  <a:t>square matrix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denoted tr(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),</a:t>
                </a:r>
                <a:r>
                  <a:rPr lang="en-US" sz="1200" b="0" i="0" u="none" strike="noStrike" kern="1200" baseline="300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7"/>
                  </a:rPr>
                  <a:t>[1]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is the sum of the elements on its </a:t>
                </a:r>
                <a:r>
                  <a:rPr 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  <a:hlinkClick r:id="rId8" tooltip="Main diagonal"/>
                  </a:rPr>
                  <a:t>main diagonal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 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𝑎_11+𝑎_22+⋯+𝑎_𝑛𝑛</a:t>
                </a:r>
                <a:r>
                  <a:rPr lang="ar-AE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It is only defined for a square matrix (</a:t>
                </a:r>
                <a:r>
                  <a:rPr lang="en-US" sz="1200" b="0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× </a:t>
                </a:r>
                <a:r>
                  <a:rPr lang="en-US" sz="1200" b="0" i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</a:t>
                </a: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J_{k+1}^*(\x_{k+1}) = \frac{1}{2}\x_{k+1}^T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\x_{k+1}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J_{k}^*(\x_{k+1})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}\E_{\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}\left[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+ J_{k+1}^*(f(\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))\right]\\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}\frac{1}{2}\E_{\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}\left[\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)\right]\\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}\frac{1}{2}\E_{\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}\left[\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)\right.\\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qquad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\left. 2(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P_{k+1}\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\right]\\</a:t>
                </a:r>
              </a:p>
              <a:p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                 &amp;= \min_{\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}\frac{1}{2}\left(\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u_k^T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)^T P_{k+1}(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+ 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+ 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mathrm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{tr}(P_{k+1}\Sigma_{\</a:t>
                </a:r>
                <a:r>
                  <a:rPr 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w_k</a:t>
                </a: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})\right)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9191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J_{k+1}^*(\x_{k+1}) = \frac{1}{2}\x_{k+1}^T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\x_{k+1}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J_{k}^*(\x_{k+1}) &amp;= \min_{\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}\E_{\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}\left[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J_{k+1}^*(f(\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))\right]\\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  &amp;= \min_{\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}\frac{1}{2}\E_{\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}\left[\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)^T P_{k+1}(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)\right]\\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  &amp;= \min_{\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}\frac{1}{2}\E_{\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}\left[\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)^T P_{k+1}(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)\right.\\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  &amp;\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\left. 2(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)^T P_{k+1}\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P_{k+1}\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\right]\\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        &amp;= \min_{\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}\frac{1}{2}\left(\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)^T P_{k+1}(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mathrm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{tr}(P_{k+1}\Sigma_{\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})\right)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15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CMR10"/>
              </a:rPr>
              <a:t>The RL framework will be framed in the context of infinite-horizon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CMR10"/>
              </a:rPr>
              <a:t>Infinite horizon problems differ from their finite horizon counterparts in two main respects: </a:t>
            </a:r>
            <a:endParaRPr lang="en-US" dirty="0"/>
          </a:p>
          <a:p>
            <a:r>
              <a:rPr lang="en-US" sz="1800" dirty="0">
                <a:effectLst/>
                <a:latin typeface="CMR10"/>
              </a:rPr>
              <a:t>(a) The number of stages is infinite. </a:t>
            </a:r>
            <a:endParaRPr lang="en-US" dirty="0"/>
          </a:p>
          <a:p>
            <a:r>
              <a:rPr lang="en-US" sz="1800" dirty="0">
                <a:effectLst/>
                <a:latin typeface="CMR10"/>
              </a:rPr>
              <a:t>(b) The system is stationary, i.e., the system equation, the cost per stage, and the random disturbance statistics do not change from one stage to the next.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dirty="0">
                <a:effectLst/>
                <a:latin typeface="CMR10"/>
              </a:rPr>
              <a:t>The assumption of an infinite number of stages is never satisfied in practice, but is a reasonable approximation for problems involving a finite but very large number of stages. The assumption of stationarity is often satisfied in practice, and in other cases it approximates well a situation where the system parameters vary relatively slowly with time.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dirty="0">
                <a:effectLst/>
                <a:latin typeface="CMR10"/>
              </a:rPr>
              <a:t>We’ll be using a few notational conventions as detailed here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97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discount factor: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Guarantees that the cost is finite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Makes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221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 function is defined as the “value” of starting in state x, applying control u, and then following the optimal  policy for the remaining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dirty="0">
                <a:effectLst/>
                <a:latin typeface="Arial" panose="020B0604020202020204" pitchFamily="34" charset="0"/>
              </a:rPr>
              <a:t>A convenient aspect of this approach is that if you know Q*, then it’s really easy to compute the optimal action in a state. All you have to do is take the action that gives the largest Q value in that state. </a:t>
            </a:r>
            <a:r>
              <a:rPr lang="en-US" sz="1800" dirty="0"/>
              <a:t>We can immediately back up the optimal policy!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dirty="0"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dirty="0">
                <a:effectLst/>
                <a:latin typeface="Arial" panose="020B0604020202020204" pitchFamily="34" charset="0"/>
              </a:rPr>
              <a:t>(Back when we were using V*, it required knowing the transition probabilities to compute the optimal action, so this is considerably simpler. And it will be effective when the model is not explicitly known). </a:t>
            </a:r>
            <a:endParaRPr lang="en-US" dirty="0"/>
          </a:p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81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Intuition: increasingly consider longer and longer problems, eventually we will converge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46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98E64-2A29-7C48-BC66-C285AEA4C58C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88269DAD-E26C-514E-A50B-0D07533F788F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1BEBBF-6D50-5C4D-8FF4-B41C305F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E0476-5671-D841-A6F4-4E1C5BAD0186}" type="datetime1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F45DD8-A458-F241-9B49-A4B6E4A5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hr-HR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45E08B-93B3-0444-B4FB-2956975E8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1C67A-D6DD-E74C-B11B-8F1FC49B7B53}" type="datetime1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FE95A-A8B5-4748-B27B-5EB17BCC4F69}" type="datetime1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32AE-EA0C-0949-9025-C095AA5CD7CC}" type="datetime1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5314-F58A-4D41-83BD-E127A2E78029}" type="datetime1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FE03F-5167-6E48-A93F-7FD9CD09B193}" type="datetime1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4146-780F-0541-BBCA-2F56BE88E35B}" type="datetime1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C89CC-0039-E74A-829E-86976022470A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F86FB-F5D3-4A4B-99B7-AD68E25C84DB}" type="datetime1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DCDEA9-36AB-2343-A1DB-343C7E4DBA40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11D082-8254-DC45-B440-3683BDBC43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hyperlink" Target="https://docs.google.com/spreadsheets/d/1CNFM2p74SWaM5mCrYrNB4cbYTwB0PifAo6wTBp0qNxI/edit?usp=sharing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AA203</a:t>
            </a:r>
            <a:br>
              <a:rPr lang="en-US" sz="4800"/>
            </a:br>
            <a:r>
              <a:rPr lang="en-US" sz="4800"/>
              <a:t>Optimal and Learning-based Control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Stochastic DP, value iteration, policy iteration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45F41-8626-064F-94B0-1AEE04E0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2102A20-2B85-AA49-B1B2-B2BD20529B3B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E190DCF-50AC-E54D-9D82-6A94A8719F8B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2653F64-F88A-B540-B01F-A17D2B669F49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73E72EE-04D4-CC4A-AC49-3780F353E45C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68" name="Elbow Connector 67">
              <a:extLst>
                <a:ext uri="{FF2B5EF4-FFF2-40B4-BE49-F238E27FC236}">
                  <a16:creationId xmlns:a16="http://schemas.microsoft.com/office/drawing/2014/main" id="{8F620346-E2CB-F04C-BF3C-C54B914EEBA2}"/>
                </a:ext>
              </a:extLst>
            </p:cNvPr>
            <p:cNvCxnSpPr>
              <a:cxnSpLocks/>
              <a:stCxn id="94" idx="2"/>
              <a:endCxn id="65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Elbow Connector 68">
              <a:extLst>
                <a:ext uri="{FF2B5EF4-FFF2-40B4-BE49-F238E27FC236}">
                  <a16:creationId xmlns:a16="http://schemas.microsoft.com/office/drawing/2014/main" id="{302246DB-B0A1-844C-B1CD-3E214BDE25FC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DF1A6EB4-B45E-8343-9885-901C82D85BAE}"/>
                </a:ext>
              </a:extLst>
            </p:cNvPr>
            <p:cNvCxnSpPr>
              <a:cxnSpLocks/>
              <a:stCxn id="65" idx="2"/>
              <a:endCxn id="67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7DEEA8F-1310-B844-B107-4D882C3E8D9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D19FF11-D5FC-2A42-924D-BA9910FC079D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38C1858-C47D-B546-84AC-D7F52AA0B3B5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D2FC903-E7EC-9B4C-A4DE-F9707B8BD12F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7EB63C26-49C2-FF47-928C-4A2748E4F665}"/>
                </a:ext>
              </a:extLst>
            </p:cNvPr>
            <p:cNvCxnSpPr>
              <a:cxnSpLocks/>
              <a:stCxn id="94" idx="2"/>
              <a:endCxn id="72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254C0504-F595-9A4B-AA09-1641F193AC0A}"/>
                </a:ext>
              </a:extLst>
            </p:cNvPr>
            <p:cNvCxnSpPr>
              <a:cxnSpLocks/>
              <a:stCxn id="72" idx="2"/>
              <a:endCxn id="74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Elbow Connector 76">
              <a:extLst>
                <a:ext uri="{FF2B5EF4-FFF2-40B4-BE49-F238E27FC236}">
                  <a16:creationId xmlns:a16="http://schemas.microsoft.com/office/drawing/2014/main" id="{8324C246-3E39-B043-B453-1E870C0E62F3}"/>
                </a:ext>
              </a:extLst>
            </p:cNvPr>
            <p:cNvCxnSpPr>
              <a:cxnSpLocks/>
              <a:stCxn id="72" idx="2"/>
              <a:endCxn id="73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4350572-617F-F24B-BEE1-079276C8585E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8FB1AE-2159-4141-B5C1-C34252AF5330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80" name="Elbow Connector 79">
              <a:extLst>
                <a:ext uri="{FF2B5EF4-FFF2-40B4-BE49-F238E27FC236}">
                  <a16:creationId xmlns:a16="http://schemas.microsoft.com/office/drawing/2014/main" id="{5B037B2B-F124-9245-9DE6-7A129395F932}"/>
                </a:ext>
              </a:extLst>
            </p:cNvPr>
            <p:cNvCxnSpPr>
              <a:cxnSpLocks/>
              <a:stCxn id="65" idx="3"/>
              <a:endCxn id="79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63095D97-06E0-0B40-8970-291754FE67C9}"/>
                </a:ext>
              </a:extLst>
            </p:cNvPr>
            <p:cNvCxnSpPr>
              <a:cxnSpLocks/>
              <a:stCxn id="72" idx="1"/>
              <a:endCxn id="79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F9F8273-8396-1643-8CF2-71D742BDA1D2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89873C4C-56E2-C648-9D89-0298B723C125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5C1383A1-A3FA-1143-90E1-028DBA491743}"/>
                </a:ext>
              </a:extLst>
            </p:cNvPr>
            <p:cNvCxnSpPr>
              <a:cxnSpLocks/>
              <a:stCxn id="94" idx="0"/>
              <a:endCxn id="83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6E44216-4C6F-AA4D-A8DF-C7930EE8CBE3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67952DBE-F75A-014A-95C6-410C04C44990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82BD049F-A662-584A-959D-6A306F87BD96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DB3E2244-4BF5-5847-BF43-9AF9C841B3B9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91" name="Elbow Connector 90">
                  <a:extLst>
                    <a:ext uri="{FF2B5EF4-FFF2-40B4-BE49-F238E27FC236}">
                      <a16:creationId xmlns:a16="http://schemas.microsoft.com/office/drawing/2014/main" id="{C8F022AB-EDE9-124D-AD9C-4FE5F2C24E41}"/>
                    </a:ext>
                  </a:extLst>
                </p:cNvPr>
                <p:cNvCxnSpPr>
                  <a:cxnSpLocks/>
                  <a:stCxn id="83" idx="3"/>
                  <a:endCxn id="90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4A8ED1D-FCC2-3742-8E4E-2DAD5D501C3E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C05A32B7-FE7A-8044-AF81-71CD120B012B}"/>
                </a:ext>
              </a:extLst>
            </p:cNvPr>
            <p:cNvCxnSpPr>
              <a:cxnSpLocks/>
              <a:endCxn id="89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752D9E26-BB6E-6844-8B53-BB464B6B1299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2ADE1D8-EDB7-774D-A168-B30BF705CB58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06B9F49-52EE-F945-BC21-4ED9B480AF00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7A9DD82-7A09-3C4D-85B3-0D574903C5E0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ABE7BBA2-24A2-8B4D-80D1-6AA2986666E6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C259DDF1-7D3F-7845-B129-6701B9C7D822}"/>
                </a:ext>
              </a:extLst>
            </p:cNvPr>
            <p:cNvCxnSpPr>
              <a:cxnSpLocks/>
              <a:stCxn id="92" idx="2"/>
              <a:endCxn id="96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Elbow Connector 97">
              <a:extLst>
                <a:ext uri="{FF2B5EF4-FFF2-40B4-BE49-F238E27FC236}">
                  <a16:creationId xmlns:a16="http://schemas.microsoft.com/office/drawing/2014/main" id="{00652E00-DEAA-2541-B6BD-CABF317E2128}"/>
                </a:ext>
              </a:extLst>
            </p:cNvPr>
            <p:cNvCxnSpPr>
              <a:cxnSpLocks/>
              <a:stCxn id="92" idx="2"/>
              <a:endCxn id="95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Elbow Connector 98">
              <a:extLst>
                <a:ext uri="{FF2B5EF4-FFF2-40B4-BE49-F238E27FC236}">
                  <a16:creationId xmlns:a16="http://schemas.microsoft.com/office/drawing/2014/main" id="{E527CBEC-1CBA-F344-BFB4-ECB576A7A3CD}"/>
                </a:ext>
              </a:extLst>
            </p:cNvPr>
            <p:cNvCxnSpPr>
              <a:cxnSpLocks/>
              <a:stCxn id="92" idx="3"/>
              <a:endCxn id="94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0" name="Elbow Connector 60">
            <a:extLst>
              <a:ext uri="{FF2B5EF4-FFF2-40B4-BE49-F238E27FC236}">
                <a16:creationId xmlns:a16="http://schemas.microsoft.com/office/drawing/2014/main" id="{5EAD156A-51A7-B540-96B7-A1CA12984B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7736" y="2064589"/>
            <a:ext cx="488684" cy="3652157"/>
          </a:xfrm>
          <a:prstGeom prst="bentConnector3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61">
            <a:extLst>
              <a:ext uri="{FF2B5EF4-FFF2-40B4-BE49-F238E27FC236}">
                <a16:creationId xmlns:a16="http://schemas.microsoft.com/office/drawing/2014/main" id="{A124FD1D-C973-5F4F-A98A-E7B645CAB3E2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31370" y="4557982"/>
            <a:ext cx="973852" cy="1140279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C76C0C2-F38C-524B-8258-6A6BA131D60D}"/>
              </a:ext>
            </a:extLst>
          </p:cNvPr>
          <p:cNvSpPr/>
          <p:nvPr/>
        </p:nvSpPr>
        <p:spPr>
          <a:xfrm>
            <a:off x="7562935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389DCF4-9C0F-FA42-9251-38ECF222865B}"/>
              </a:ext>
            </a:extLst>
          </p:cNvPr>
          <p:cNvSpPr/>
          <p:nvPr/>
        </p:nvSpPr>
        <p:spPr>
          <a:xfrm>
            <a:off x="8318044" y="6425579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iLQR</a:t>
            </a:r>
            <a:endParaRPr lang="en-US" sz="140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D0FB036-F33A-A545-ADC3-5A0CCDB6BF97}"/>
              </a:ext>
            </a:extLst>
          </p:cNvPr>
          <p:cNvSpPr/>
          <p:nvPr/>
        </p:nvSpPr>
        <p:spPr>
          <a:xfrm>
            <a:off x="9071249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DDP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2E52A96-CAD6-0B4B-9D2D-476DF93F64EB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8662302" y="6130487"/>
            <a:ext cx="1904" cy="29509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8">
            <a:extLst>
              <a:ext uri="{FF2B5EF4-FFF2-40B4-BE49-F238E27FC236}">
                <a16:creationId xmlns:a16="http://schemas.microsoft.com/office/drawing/2014/main" id="{1BB2117D-6CA4-E04B-A371-10319762145E}"/>
              </a:ext>
            </a:extLst>
          </p:cNvPr>
          <p:cNvCxnSpPr>
            <a:cxnSpLocks/>
            <a:endCxn id="102" idx="0"/>
          </p:cNvCxnSpPr>
          <p:nvPr/>
        </p:nvCxnSpPr>
        <p:spPr>
          <a:xfrm rot="5400000">
            <a:off x="8138906" y="5900679"/>
            <a:ext cx="293588" cy="753205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1">
            <a:extLst>
              <a:ext uri="{FF2B5EF4-FFF2-40B4-BE49-F238E27FC236}">
                <a16:creationId xmlns:a16="http://schemas.microsoft.com/office/drawing/2014/main" id="{922E3C62-15B6-9047-8E68-65880720ACCD}"/>
              </a:ext>
            </a:extLst>
          </p:cNvPr>
          <p:cNvCxnSpPr>
            <a:cxnSpLocks/>
            <a:endCxn id="104" idx="0"/>
          </p:cNvCxnSpPr>
          <p:nvPr/>
        </p:nvCxnSpPr>
        <p:spPr>
          <a:xfrm rot="16200000" flipH="1">
            <a:off x="8893062" y="5899726"/>
            <a:ext cx="293588" cy="755109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Slide Number Placeholder 15">
            <a:extLst>
              <a:ext uri="{FF2B5EF4-FFF2-40B4-BE49-F238E27FC236}">
                <a16:creationId xmlns:a16="http://schemas.microsoft.com/office/drawing/2014/main" id="{605CAB22-8F68-5F4A-A506-38EFA6296D55}"/>
              </a:ext>
            </a:extLst>
          </p:cNvPr>
          <p:cNvSpPr txBox="1">
            <a:spLocks/>
          </p:cNvSpPr>
          <p:nvPr/>
        </p:nvSpPr>
        <p:spPr>
          <a:xfrm>
            <a:off x="8610600" y="65420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A1F273-EF2F-3941-BBF8-D365CB27DD6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1BD4049-618D-6942-8B29-B9389B84319D}"/>
              </a:ext>
            </a:extLst>
          </p:cNvPr>
          <p:cNvSpPr/>
          <p:nvPr/>
        </p:nvSpPr>
        <p:spPr>
          <a:xfrm>
            <a:off x="10846758" y="6422839"/>
            <a:ext cx="1268727" cy="4212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Reachability analysis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985B8C9-8310-E944-BDA7-8A3DF5B0A2F9}"/>
              </a:ext>
            </a:extLst>
          </p:cNvPr>
          <p:cNvSpPr/>
          <p:nvPr/>
        </p:nvSpPr>
        <p:spPr>
          <a:xfrm>
            <a:off x="9989790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cxnSp>
        <p:nvCxnSpPr>
          <p:cNvPr id="111" name="Elbow Connector 4">
            <a:extLst>
              <a:ext uri="{FF2B5EF4-FFF2-40B4-BE49-F238E27FC236}">
                <a16:creationId xmlns:a16="http://schemas.microsoft.com/office/drawing/2014/main" id="{377A68C9-A61A-574D-8006-45C1B5D23C67}"/>
              </a:ext>
            </a:extLst>
          </p:cNvPr>
          <p:cNvCxnSpPr>
            <a:cxnSpLocks/>
            <a:endCxn id="110" idx="0"/>
          </p:cNvCxnSpPr>
          <p:nvPr/>
        </p:nvCxnSpPr>
        <p:spPr>
          <a:xfrm rot="5400000">
            <a:off x="10460774" y="5996412"/>
            <a:ext cx="302841" cy="552484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7">
            <a:extLst>
              <a:ext uri="{FF2B5EF4-FFF2-40B4-BE49-F238E27FC236}">
                <a16:creationId xmlns:a16="http://schemas.microsoft.com/office/drawing/2014/main" id="{E296186C-6EBB-4A49-924A-3F2CFFCA42F9}"/>
              </a:ext>
            </a:extLst>
          </p:cNvPr>
          <p:cNvCxnSpPr>
            <a:cxnSpLocks/>
            <a:endCxn id="109" idx="0"/>
          </p:cNvCxnSpPr>
          <p:nvPr/>
        </p:nvCxnSpPr>
        <p:spPr>
          <a:xfrm rot="16200000" flipH="1">
            <a:off x="11033977" y="5975693"/>
            <a:ext cx="301605" cy="592686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ABC24032-658F-0842-88D8-7844348B5D53}"/>
              </a:ext>
            </a:extLst>
          </p:cNvPr>
          <p:cNvGrpSpPr/>
          <p:nvPr/>
        </p:nvGrpSpPr>
        <p:grpSpPr>
          <a:xfrm>
            <a:off x="8255259" y="2575819"/>
            <a:ext cx="3743202" cy="938160"/>
            <a:chOff x="8298994" y="2125151"/>
            <a:chExt cx="3743202" cy="93816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833D4C3-0FAE-6C4B-9873-F944350500E3}"/>
                </a:ext>
              </a:extLst>
            </p:cNvPr>
            <p:cNvSpPr/>
            <p:nvPr/>
          </p:nvSpPr>
          <p:spPr>
            <a:xfrm>
              <a:off x="8298994" y="2557125"/>
              <a:ext cx="1812471" cy="50618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Unconstrained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46D68485-3B76-C14C-8A46-06E824BE87E7}"/>
                </a:ext>
              </a:extLst>
            </p:cNvPr>
            <p:cNvSpPr/>
            <p:nvPr/>
          </p:nvSpPr>
          <p:spPr>
            <a:xfrm>
              <a:off x="10229725" y="2561185"/>
              <a:ext cx="1812471" cy="50212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Constrained</a:t>
              </a:r>
            </a:p>
          </p:txBody>
        </p: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11B4E97B-315E-9244-BF9A-993BC4939F41}"/>
                </a:ext>
              </a:extLst>
            </p:cNvPr>
            <p:cNvCxnSpPr>
              <a:cxnSpLocks/>
              <a:stCxn id="90" idx="2"/>
              <a:endCxn id="114" idx="0"/>
            </p:cNvCxnSpPr>
            <p:nvPr/>
          </p:nvCxnSpPr>
          <p:spPr>
            <a:xfrm rot="5400000">
              <a:off x="9719086" y="1611296"/>
              <a:ext cx="431974" cy="1459685"/>
            </a:xfrm>
            <a:prstGeom prst="bentConnector3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Elbow Connector 116">
              <a:extLst>
                <a:ext uri="{FF2B5EF4-FFF2-40B4-BE49-F238E27FC236}">
                  <a16:creationId xmlns:a16="http://schemas.microsoft.com/office/drawing/2014/main" id="{F703A413-091B-A441-8644-33FFA923FC6E}"/>
                </a:ext>
              </a:extLst>
            </p:cNvPr>
            <p:cNvCxnSpPr>
              <a:cxnSpLocks/>
              <a:stCxn id="90" idx="2"/>
              <a:endCxn id="115" idx="0"/>
            </p:cNvCxnSpPr>
            <p:nvPr/>
          </p:nvCxnSpPr>
          <p:spPr>
            <a:xfrm rot="16200000" flipH="1">
              <a:off x="10682421" y="2107645"/>
              <a:ext cx="436034" cy="471046"/>
            </a:xfrm>
            <a:prstGeom prst="bentConnector3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92F41-8518-97FC-5118-F28F0E01D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F302C-A39D-3F48-B47A-99FC97DEBBA9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72C196-0761-084A-1CF9-B3FB41479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41269C-928F-0A7D-4CDE-1ABEC5EA0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4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406FA-F965-EE43-9DCC-3C9B40F8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optimal control problem:</a:t>
            </a:r>
            <a:br>
              <a:rPr lang="en-US" dirty="0"/>
            </a:br>
            <a:r>
              <a:rPr lang="en-US" dirty="0"/>
              <a:t>Markov Decision Problem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8507FF-DF20-5F4B-9237-9A0C92B048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System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 = 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Control constraints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Probability distribution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 err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Policies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lit/>
                      </m:rPr>
                      <a:rPr lang="en-US" i="1" dirty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Expected Cost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=0, …,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 dirty="0" err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 err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 </m:t>
                          </m:r>
                          <m:nary>
                            <m:naryPr>
                              <m:chr m:val="∑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dirty="0" err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 dirty="0" err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dirty="0" err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i="1" dirty="0" err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</m:oMath>
                  </m:oMathPara>
                </a14:m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11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Stochastic optimal control problem</a:t>
                </a: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lim>
                      </m:limLow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8507FF-DF20-5F4B-9237-9A0C92B048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19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108BC-F7EA-950D-2786-44ADF2AAA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AACB2-BD01-C343-B849-091359D77C1B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BF4-72F2-95D9-6C2D-4E32ED9E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2AFDFA-DED2-33A9-8B2B-84344FB67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04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F8-5F93-544E-8BE2-DAA2C85A4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0956A-7E82-714E-AF4B-9CE4E684B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Discrete-time model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Markovian model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Objective: find optimal </a:t>
            </a: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closed-loop policy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Additive cost (central assumption)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Risk-neutral formulation</a:t>
            </a:r>
          </a:p>
          <a:p>
            <a:pPr marL="0" indent="0">
              <a:buNone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CC4ED-38AD-A96F-87AA-ECD95C413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CEBC0-A5BD-964F-BC86-C1AEB478976D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682C6-328E-1E16-3B8A-356B573D7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E3A565-0947-551B-5394-C7E2DCC69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42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F8-5F93-544E-8BE2-DAA2C85A4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0956A-7E82-714E-AF4B-9CE4E684B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Discrete-time model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Markovian model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Objective: find optimal </a:t>
            </a: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closed-loop policy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Additive cost (central assumption)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Risk-neutral formulation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Other communities use different notation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Powell, W. B. 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AI, OR and control theory: A Rosetta Stone for stochastic optimization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. Princeton University, 2012.</a:t>
            </a:r>
            <a:endParaRPr lang="en-US" sz="15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73453-5B02-6E2E-65DB-27F3CD470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9F2F2-CE91-104A-AB83-43BFC693AEF4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DB08B-6001-316B-0D54-265DB2589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E1EEE0-6C8C-DB01-02F3-6FC0E1050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337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682A1-8079-2143-83C9-33D46C8C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 of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0E7C3E-36CF-A447-A9CC-B9F2F7F9B1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lit/>
                      </m:rPr>
                      <a:rPr lang="en-US" i="1" dirty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m:rPr>
                        <m:lit/>
                      </m:rPr>
                      <a:rPr lang="en-US" i="1" dirty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be an optimal policy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Consider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tail subproblem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 + </m:t>
                          </m:r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and the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tail policy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, …, 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m:rPr>
                        <m:lit/>
                      </m:rPr>
                      <a:rPr lang="en-US" i="1" dirty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Principle of optimality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The tail policy is optimal for the tail subproblem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0E7C3E-36CF-A447-A9CC-B9F2F7F9B1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1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BD0C0-2551-74D0-C44A-1CD5C002B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AA625-AE0D-DD4F-8874-276B779D2686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0053D-DF60-67D3-9992-43675DC6C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072A69-BD9B-DA1A-DEF7-AED92F49F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560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34A08-E394-C842-A7DC-05F5BF32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DP algorithm (stochastic case)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DDD3F-388C-CC45-B9E6-8F98DEFBA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Intuition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DP first solves ALL tail subproblems at the final stage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At generic step, it solves ALL tail subproblems of a given time length, using solution of tail subproblems of shorter length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AAB01-AE34-92A7-442E-6EB4E673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D9066-BBBD-5441-B441-64916303149D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98A4E-8B50-00A3-98A8-FAF58D315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63C8D4-10E7-F7BD-2372-EB49CAF8B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604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34A08-E394-C842-A7DC-05F5BF32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DP algorithm (stochastic case)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BDDD3F-388C-CC45-B9E6-8F98DEFBA7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DP algorithm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Start 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pt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pt" i="1">
                          <a:latin typeface="Cambria Math" panose="02040503050406030204" pitchFamily="18" charset="0"/>
                        </a:rPr>
                        <m:t>) = </m:t>
                      </m:r>
                      <m:sSub>
                        <m:sSubPr>
                          <m:ctrlPr>
                            <a:rPr lang="p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pt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pt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pt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and go backwards using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</m:lim>
                      </m:limLow>
                      <m:sSub>
                        <m:sSubPr>
                          <m:ctrlP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 0, 1, …,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  =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and optimal policy is constructed by setting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err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 =</m:t>
                    </m:r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 </m:t>
                        </m:r>
                      </m:lim>
                    </m:limLow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(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BDDD3F-388C-CC45-B9E6-8F98DEFBA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4EB94-B07E-23E9-EA4A-CE8D25E69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9455BD-F4DA-9A49-BF42-EA7B89FD3FA6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CB35F-4EF1-C781-539A-953860C21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B587A4-CC19-CA9F-BA4E-0BB20344B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23C6-E23F-0941-93ED-8A405D5A3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Inventory 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D3295C-9725-3741-A55F-828934C217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Stock available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inventory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demand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pl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Dynamics: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l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sty m:val="p"/>
                      </m:rPr>
                      <a:rPr lang="pl" i="1" dirty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l" i="1" dirty="0" smtClean="0">
                        <a:latin typeface="Cambria Math" panose="02040503050406030204" pitchFamily="18" charset="0"/>
                      </a:rPr>
                      <m:t>(0, </m:t>
                    </m:r>
                    <m:sSub>
                      <m:sSubPr>
                        <m:ctrlPr>
                          <a:rPr lang="pl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l" i="1" dirty="0" smtClean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pl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l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l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l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l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fr" dirty="0" err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Constraints</a:t>
                </a:r>
                <a:r>
                  <a:rPr lang="fr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fr" i="1" dirty="0"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lang="fr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fr" i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fr" i="1" dirty="0">
                        <a:latin typeface="Cambria Math" panose="02040503050406030204" pitchFamily="18" charset="0"/>
                      </a:rPr>
                      <m:t> 2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Probabilistic structure: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=0) = 0.1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=1) = 0.7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=2) = 0.2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Cost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   0    +       </m:t>
                          </m:r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r>
                                <a:rPr lang="pl" i="1"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sSub>
                                <m:sSubPr>
                                  <m:ctrlPr>
                                    <a:rPr lang="p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l" i="1">
                                  <a:latin typeface="Cambria Math" panose="02040503050406030204" pitchFamily="18" charset="0"/>
                                </a:rPr>
                                <m:t> + </m:t>
                              </m:r>
                              <m:sSup>
                                <m:sSupPr>
                                  <m:ctrlPr>
                                    <a:rPr lang="pl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pl" i="1">
                                          <a:latin typeface="Cambria Math" panose="02040503050406030204" pitchFamily="18" charset="0"/>
                                        </a:rPr>
                                        <m:t> + </m:t>
                                      </m:r>
                                      <m:sSub>
                                        <m:sSubPr>
                                          <m:ctrlP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pl" i="1">
                                          <a:latin typeface="Cambria Math" panose="02040503050406030204" pitchFamily="18" charset="0"/>
                                        </a:rPr>
                                        <m:t> − </m:t>
                                      </m:r>
                                      <m:sSub>
                                        <m:sSubPr>
                                          <m:ctrlP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l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D3295C-9725-3741-A55F-828934C21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86" t="-2326" b="-40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e 6">
            <a:extLst>
              <a:ext uri="{FF2B5EF4-FFF2-40B4-BE49-F238E27FC236}">
                <a16:creationId xmlns:a16="http://schemas.microsoft.com/office/drawing/2014/main" id="{7DDCD11B-38DC-0949-9DB5-6C41CD9A85A1}"/>
              </a:ext>
            </a:extLst>
          </p:cNvPr>
          <p:cNvSpPr/>
          <p:nvPr/>
        </p:nvSpPr>
        <p:spPr>
          <a:xfrm rot="5400000">
            <a:off x="3503676" y="5446962"/>
            <a:ext cx="155448" cy="914400"/>
          </a:xfrm>
          <a:prstGeom prst="rightBrac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0BB6903E-CB53-114C-A634-63B930F4D4FB}"/>
              </a:ext>
            </a:extLst>
          </p:cNvPr>
          <p:cNvSpPr/>
          <p:nvPr/>
        </p:nvSpPr>
        <p:spPr>
          <a:xfrm rot="5400000">
            <a:off x="7452972" y="4185427"/>
            <a:ext cx="172384" cy="3420533"/>
          </a:xfrm>
          <a:prstGeom prst="rightBrac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A3607B-FA05-AB44-A090-067C1C52BD6D}"/>
                  </a:ext>
                </a:extLst>
              </p:cNvPr>
              <p:cNvSpPr txBox="1"/>
              <p:nvPr/>
            </p:nvSpPr>
            <p:spPr>
              <a:xfrm>
                <a:off x="3198603" y="6173400"/>
                <a:ext cx="7655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A3607B-FA05-AB44-A090-067C1C52B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603" y="6173400"/>
                <a:ext cx="765594" cy="276999"/>
              </a:xfrm>
              <a:prstGeom prst="rect">
                <a:avLst/>
              </a:prstGeom>
              <a:blipFill>
                <a:blip r:embed="rId3"/>
                <a:stretch>
                  <a:fillRect l="-8333" t="-9091" r="-11667" b="-4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618D245-B615-8845-956D-02966F52B3AD}"/>
                  </a:ext>
                </a:extLst>
              </p:cNvPr>
              <p:cNvSpPr txBox="1"/>
              <p:nvPr/>
            </p:nvSpPr>
            <p:spPr>
              <a:xfrm>
                <a:off x="6810194" y="6133957"/>
                <a:ext cx="148765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618D245-B615-8845-956D-02966F52B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0194" y="6133957"/>
                <a:ext cx="1487651" cy="276999"/>
              </a:xfrm>
              <a:prstGeom prst="rect">
                <a:avLst/>
              </a:prstGeom>
              <a:blipFill>
                <a:blip r:embed="rId4"/>
                <a:stretch>
                  <a:fillRect l="-3390" t="-4348" r="-5085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833AB-4A62-E942-097C-B911433F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8228F-9FFA-3848-9A6D-057706F43CB9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77B4C5A6-F084-6B7E-4153-5AE1C9943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D554534-1465-24C7-657A-4992C8AF9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799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A6E32-B6C3-F647-8EF9-559323248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Inventory 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5F707F-C7CC-CC4C-8B5D-80C239C517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Algorithm takes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0≤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≤ 2−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l" i="1">
                          <a:latin typeface="Cambria Math" panose="02040503050406030204" pitchFamily="18" charset="0"/>
                        </a:rPr>
                        <m:t> + </m:t>
                      </m:r>
                      <m:sSup>
                        <m:sSupPr>
                          <m:ctrlPr>
                            <a:rPr lang="p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l" i="1">
                                  <a:latin typeface="Cambria Math" panose="02040503050406030204" pitchFamily="18" charset="0"/>
                                </a:rPr>
                                <m:t> + </m:t>
                              </m:r>
                              <m:sSub>
                                <m:sSubPr>
                                  <m:ctrlPr>
                                    <a:rPr lang="p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pl" i="1">
                                  <a:latin typeface="Cambria Math" panose="02040503050406030204" pitchFamily="18" charset="0"/>
                                </a:rPr>
                                <m:t>− </m:t>
                              </m:r>
                              <m:sSub>
                                <m:sSubPr>
                                  <m:ctrlPr>
                                    <a:rPr lang="p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pl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                                                                    </a:t>
                </a:r>
                <a14:m>
                  <m:oMath xmlns:m="http://schemas.openxmlformats.org/officeDocument/2006/math">
                    <m:r>
                      <a:rPr lang="pl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e>
                    </m:d>
                  </m:oMath>
                </a14:m>
                <a:endParaRPr lang="en-US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=0, 1, 2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example</a:t>
                </a:r>
              </a:p>
              <a:p>
                <a:pPr marL="0" indent="0">
                  <a:buNone/>
                </a:pPr>
                <a:r>
                  <a:rPr lang="pl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l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pl" i="1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pl" i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" i="1">
                            <a:latin typeface="Cambria Math" panose="02040503050406030204" pitchFamily="18" charset="0"/>
                          </a:rPr>
                          <m:t>0,1,2</m:t>
                        </m:r>
                      </m:lim>
                    </m:limLow>
                    <m:sSub>
                      <m:sSub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l" i="1">
                            <a:latin typeface="Cambria Math" panose="02040503050406030204" pitchFamily="18" charset="0"/>
                          </a:rPr>
                          <m:t> + </m:t>
                        </m:r>
                        <m:sSup>
                          <m:sSupPr>
                            <m:ctrlPr>
                              <a:rPr lang="pl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l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pl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 − </m:t>
                                </m:r>
                                <m:sSub>
                                  <m:sSubPr>
                                    <m:ctrlPr>
                                      <a:rPr lang="pl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b="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pl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               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pl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l" i="1">
                            <a:latin typeface="Cambria Math" panose="02040503050406030204" pitchFamily="18" charset="0"/>
                          </a:rPr>
                          <m:t>0,1,2</m:t>
                        </m:r>
                      </m:lim>
                    </m:limLow>
                    <m:r>
                      <a:rPr lang="pl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l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l" i="1">
                        <a:latin typeface="Cambria Math" panose="02040503050406030204" pitchFamily="18" charset="0"/>
                      </a:rPr>
                      <m:t> + 0.1</m:t>
                    </m:r>
                    <m:sSup>
                      <m:sSup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" i="1">
                        <a:latin typeface="Cambria Math" panose="02040503050406030204" pitchFamily="18" charset="0"/>
                      </a:rPr>
                      <m:t> + 0.7</m:t>
                    </m:r>
                    <m:sSup>
                      <m:sSup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" i="1">
                        <a:latin typeface="Cambria Math" panose="02040503050406030204" pitchFamily="18" charset="0"/>
                      </a:rPr>
                      <m:t> + 0.2</m:t>
                    </m:r>
                    <m:sSup>
                      <m:sSupPr>
                        <m:ctrlPr>
                          <a:rPr lang="p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l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e>
                        </m:d>
                      </m:e>
                      <m:sup>
                        <m:r>
                          <a:rPr lang="p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which yields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(0) = 1.3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(0)=1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5F707F-C7CC-CC4C-8B5D-80C239C517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1D8C5-9D62-90F3-67BE-7F45FFC6E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C07AF-3678-F648-BC25-790959120E44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EFB63-F0CB-E993-7031-29395566A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561CCD-4AFC-BE51-7303-750FEFAF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237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DCE25-4CCD-994D-99D6-9ADF52CDE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Inventory 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E1EC63-6A16-964A-85DB-4364E7BB51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Final solution: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(0) = 3.7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(1) = 2.7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(2) = 2.818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(see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  <a:hlinkClick r:id="rId2"/>
                  </a:rPr>
                  <a:t>this spreadsheet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E1EC63-6A16-964A-85DB-4364E7BB51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13DB-7946-A4CC-5C94-3AF1364A3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FE4F6-CC57-264C-94DB-75135DBEDE54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C8457F-4461-4528-425D-B24113935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179AD-E5CA-718C-2102-8F348D19B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916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EE7F4-FF5E-4E47-91F8-63F7D2C1C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LQR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E2445-7EE9-1F47-85D5-DFC6A1ACB9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Find control policy that minimizes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 i="1" dirty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b="1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dirty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 i="1" dirty="0">
                                          <a:latin typeface="Cambria Math" panose="02040503050406030204" pitchFamily="18" charset="0"/>
                                        </a:rPr>
                                        <m:t>𝒖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dirty="0">
                                          <a:latin typeface="Cambria Math" panose="02040503050406030204" pitchFamily="18" charset="0"/>
                                        </a:rPr>
                                        <m:t>𝒖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subject to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dynamics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independent and Gaussian vectors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BE2445-7EE9-1F47-85D5-DFC6A1ACB9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4709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19F903-3D57-553C-373B-EE2F618C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FD665-B3B4-4E4C-95A5-BABD492E1EC2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F5C2F-7CB5-4D77-6297-9EC709053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C084E-D736-2705-C165-EFBEFD0D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35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2C0D4-37B8-E448-90E1-51352138D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LQR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961E8E-0C43-CD41-A238-AB339FB54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171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 before, let’s suppose					   (possibly up to an additive constant). Then: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DC2F92-FEF0-734C-8482-F8C6BE053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558" y="1426984"/>
            <a:ext cx="3798238" cy="6417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3C6B96-DE29-D448-BF70-8E22BFCC95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10" y="2952755"/>
            <a:ext cx="11245379" cy="293029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BD436-9923-78CF-F4F8-51E06F1A8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B6339-69FD-9C4D-B7BE-A1DCAA21F94D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78883DC-E4F9-F169-F69F-608B593B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C480F11-AB1F-F8BA-1517-D68A2D268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490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2C0D4-37B8-E448-90E1-51352138D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LQR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961E8E-0C43-CD41-A238-AB339FB54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1710"/>
            <a:ext cx="10515600" cy="5250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before, let’s suppose					   . Then: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 optimal policy is the same as in the deterministic case; cost-to-go is increased by some constant related to magnitude of noise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DC2F92-FEF0-734C-8482-F8C6BE053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558" y="1426984"/>
            <a:ext cx="3798238" cy="6417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3C6B96-DE29-D448-BF70-8E22BFCC95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10" y="2395995"/>
            <a:ext cx="11245379" cy="2930294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82E28-8A89-5F54-E9E4-596E32A3B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29F2B9-4BD3-8041-B302-1B2D04B1394A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BC58986-4C1D-0E3F-0D27-F98CBD6DC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6B90531-7D10-4CDA-6D22-E9B7E02B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700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AFE80-4460-5B4B-ADE7-F7C6B5072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Infinite Horizon MDPs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4A9BC-A134-F34A-A79B-87A8C27F13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State:	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	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(often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Action: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		</a:t>
                </a:r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(often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Transition Function: 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endChr m:val="|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err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−1 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Reward Function: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err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Discount Factor:		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MDP (</a:t>
                </a:r>
                <a:r>
                  <a:rPr lang="en-US" b="1" u="sng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stationary model</a:t>
                </a:r>
                <a:r>
                  <a:rPr lang="en-US" b="1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):</a:t>
                </a: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𝒰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4A9BC-A134-F34A-A79B-87A8C27F13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37FF4-6A85-AC49-9A1F-DB4C4E08F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70F89-E531-544C-A850-5EF309CEA661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BE10229-08A8-8E35-67FC-FAEAE74C9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498F43B-D114-AAE9-E3AF-73FEE51B5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261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AFE80-4460-5B4B-ADE7-F7C6B5072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Infinite Horizon MDPs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4A9BC-A134-F34A-A79B-87A8C27F13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MDP</a:t>
                </a:r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</a:t>
                </a:r>
                <a:r>
                  <a:rPr lang="en-US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	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𝒰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u="sng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Stationary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policy: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Goal: Choose policy that </a:t>
                </a:r>
                <a:r>
                  <a:rPr lang="en-US" b="1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maximizes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b="1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cumulative (discounted) reward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≥</m:t>
                                  </m:r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4A9BC-A134-F34A-A79B-87A8C27F13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3198" b="-3982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37FF4-6A85-AC49-9A1F-DB4C4E08F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71E4B-06A8-A643-88A1-9B8339A95DFC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87E601-5C60-F9CB-2708-E3913ECCD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FDCB55-16D2-A914-EBA7-B55079A97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71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93B9B-50FC-254B-8AAE-97E122A3E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Infinite Horizon MDPs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4CBBD7-6B2F-1A4A-A41F-D33D05AFE8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optimal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satisfies Bellman’s equation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𝒳</m:t>
                                  </m:r>
                                </m:sub>
                                <m:sup/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d>
                                </m:e>
                              </m:nary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any stationary policy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|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</a:t>
                </a:r>
                <a:r>
                  <a:rPr lang="en-US" dirty="0"/>
                  <a:t>are the unique solution to the equation</a:t>
                </a: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𝒳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4CBBD7-6B2F-1A4A-A41F-D33D05AFE8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2384" b="-415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3A32C-C019-D941-A5BE-4E2876ABD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0DC275-A5B0-E24F-A67A-AB169CEC08F3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3A672E1-EC83-942E-AFFE-AB4DDC39F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47DFBA-030B-385F-E44B-9D42023E6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051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FEB43-38E2-6A44-8D6C-CF02AB6C2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State-action value functions (Q functions)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65FEE0-F04C-8E4D-A2E1-FA2CDDD31C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3976"/>
                <a:ext cx="10515600" cy="4948113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The expected cumulative discounted reward starting from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applying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and following the optimal policy thereafter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)=</m:t>
                      </m:r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6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𝒳</m:t>
                                  </m:r>
                                </m:sub>
                                <m:sup/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6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sz="2600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  <m:e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d>
                                </m:e>
                              </m:nary>
                              <m:sSup>
                                <m:sSup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p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26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The optimal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function,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satisfies Bellman’s equation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sz="2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𝒳</m:t>
                          </m:r>
                        </m:sub>
                        <m:sup/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6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sz="2600" dirty="0"/>
              </a:p>
              <a:p>
                <a:endParaRPr lang="en-US" sz="1100" dirty="0"/>
              </a:p>
              <a:p>
                <a:r>
                  <a:rPr lang="en-US" dirty="0"/>
                  <a:t>For any stationary policy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the corresponding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function satisfies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𝒳</m:t>
                          </m:r>
                        </m:sub>
                        <m:sup/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6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sz="26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65FEE0-F04C-8E4D-A2E1-FA2CDDD31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3976"/>
                <a:ext cx="10515600" cy="4948113"/>
              </a:xfrm>
              <a:blipFill>
                <a:blip r:embed="rId3"/>
                <a:stretch>
                  <a:fillRect l="-844" t="-9974" b="-317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B3860B6D-9BB9-0343-B60C-407BAE4A0868}"/>
              </a:ext>
            </a:extLst>
          </p:cNvPr>
          <p:cNvSpPr/>
          <p:nvPr/>
        </p:nvSpPr>
        <p:spPr>
          <a:xfrm rot="5400000">
            <a:off x="6732023" y="1382783"/>
            <a:ext cx="306320" cy="3786114"/>
          </a:xfrm>
          <a:prstGeom prst="rightBrace">
            <a:avLst>
              <a:gd name="adj1" fmla="val 58355"/>
              <a:gd name="adj2" fmla="val 4901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B5278D-B36C-8E49-9589-3CA41608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E620BB-B3A6-B24F-BAFD-896DB018EA2A}" type="datetime1">
              <a:rPr lang="en-US" smtClean="0"/>
              <a:t>4/26/26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0EB3DB-B624-8BED-DF79-A5F0C7C3460B}"/>
                  </a:ext>
                </a:extLst>
              </p:cNvPr>
              <p:cNvSpPr txBox="1"/>
              <p:nvPr/>
            </p:nvSpPr>
            <p:spPr>
              <a:xfrm>
                <a:off x="6320829" y="3416808"/>
                <a:ext cx="11287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0EB3DB-B624-8BED-DF79-A5F0C7C346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0829" y="3416808"/>
                <a:ext cx="1128707" cy="400110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9ACB7-EF89-8B17-50AA-C5170F7CA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C1144-3990-745E-574A-97103244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233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DA10-0858-3F40-8CCB-5FEB48BC5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infinite-horizon MDPs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3D3F6-0263-6F44-8A50-72BF67B01A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you know the model (i.e., the transition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reward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𝑅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), use ideas from dynamic programming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Value Iteration / Policy Iteration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Reinforcement Learning: </a:t>
                </a:r>
                <a:r>
                  <a:rPr lang="en-US" dirty="0"/>
                  <a:t>l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earning from interaction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Model-based 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3D3F6-0263-6F44-8A50-72BF67B01A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D680C1-F367-3B48-A0C2-670565E95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1C172-B482-E249-A79C-9C3C3BFC2E60}" type="datetime1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8B565-6440-4735-4A96-3D1BF1F66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3C2C3-759B-B973-1529-17218781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5629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DA10-0858-3F40-8CCB-5FEB48BC5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infinite-horizon MDPs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3D3F6-0263-6F44-8A50-72BF67B01A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you know the model (i.e., the transition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reward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𝑅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), use ideas from dynamic programming</a:t>
                </a:r>
              </a:p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Value Iteration / Policy Iteration</a:t>
                </a: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Reinforcement Learning: </a:t>
                </a:r>
                <a:r>
                  <a:rPr lang="en-US" dirty="0"/>
                  <a:t>l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earning from interaction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Model-based  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3D3F6-0263-6F44-8A50-72BF67B01A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D680C1-F367-3B48-A0C2-670565E95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1C172-B482-E249-A79C-9C3C3BFC2E60}" type="datetime1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98B565-6440-4735-4A96-3D1BF1F66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3C2C3-759B-B973-1529-172187815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051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658F-4287-BB4E-B2D7-507E0038A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06D6EC-F128-134E-95D1-6C125BE3D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751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en-US" dirty="0"/>
                  <a:t> for all states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Loop until finite horizon / convergence:</a:t>
                </a:r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𝒳</m:t>
                                  </m:r>
                                </m:sub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d>
                                </m:e>
                              </m:nary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000" dirty="0"/>
              </a:p>
              <a:p>
                <a:r>
                  <a:rPr lang="en-US" dirty="0"/>
                  <a:t>Value iteration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functions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𝒳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nary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06D6EC-F128-134E-95D1-6C125BE3D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75175"/>
              </a:xfrm>
              <a:blipFill>
                <a:blip r:embed="rId3"/>
                <a:stretch>
                  <a:fillRect l="-1086" t="-4420" b="-406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DBDA6-8EE8-DC47-AD6B-047287E48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DA185-FCCA-6542-AD27-A07821271D7F}" type="datetime1">
              <a:rPr lang="en-US" smtClean="0"/>
              <a:t>4/26/26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FC69DC-77A0-1306-30AC-688FFB47B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F7F7D77-FD92-4327-CBDC-A30565A3D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587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64E25-34F6-014C-9AFA-2CDCBF61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5183B3-7C5D-3645-BBCD-2E3FC1B1BB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9314"/>
                <a:ext cx="10134600" cy="495277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Starting with a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alternate two steps:</a:t>
                </a:r>
              </a:p>
              <a:p>
                <a:pPr marL="514350" indent="-514350">
                  <a:buFont typeface="Arial"/>
                  <a:buAutoNum type="arabicPeriod"/>
                </a:pPr>
                <a:r>
                  <a:rPr lang="en-US" u="sng" dirty="0"/>
                  <a:t>Policy Evaluation</a:t>
                </a:r>
                <a:br>
                  <a:rPr lang="en-US" dirty="0"/>
                </a:b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as the solution of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𝒳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nary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marL="514350" indent="-514350">
                  <a:buAutoNum type="arabicPeriod"/>
                </a:pPr>
                <a:r>
                  <a:rPr lang="en-US" u="sng" dirty="0"/>
                  <a:t>Policy Improvement</a:t>
                </a:r>
                <a:br>
                  <a:rPr lang="en-US" u="sng" dirty="0"/>
                </a:br>
                <a:r>
                  <a:rPr lang="en-US" dirty="0"/>
                  <a:t>Define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err="1" smtClean="0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dirty="0" err="1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lim>
                        </m:limLow>
                      </m:e>
                    </m:fun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𝒳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Proposition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∀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Inequality is strict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suboptimal</a:t>
                </a:r>
              </a:p>
              <a:p>
                <a:pPr marL="0" indent="0">
                  <a:buNone/>
                </a:pPr>
                <a:r>
                  <a:rPr lang="en-US" dirty="0"/>
                  <a:t>Use this procedure to iteratively improve policy until convergence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5183B3-7C5D-3645-BBCD-2E3FC1B1BB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9314"/>
                <a:ext cx="10134600" cy="4952776"/>
              </a:xfrm>
              <a:blipFill>
                <a:blip r:embed="rId2"/>
                <a:stretch>
                  <a:fillRect l="-1126" t="-511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7BBE3B-6E65-8741-83DA-25E618424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DC2F1-D165-2B46-BDAB-2EFA12EBA847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87875-BAC8-A2DE-7B58-5350285D6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9BD74-846D-18F9-3C18-291798050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761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9086B-2C40-3E47-8C31-BED1EA115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F06BD-E407-6C48-A91B-2306D19A9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107017" cy="4351338"/>
          </a:xfrm>
        </p:spPr>
        <p:txBody>
          <a:bodyPr/>
          <a:lstStyle/>
          <a:p>
            <a:r>
              <a:rPr lang="en-US" dirty="0"/>
              <a:t>Value Iteration</a:t>
            </a:r>
          </a:p>
          <a:p>
            <a:pPr lvl="1"/>
            <a:r>
              <a:rPr lang="en-US" dirty="0"/>
              <a:t>Estimate optimal value function</a:t>
            </a:r>
          </a:p>
          <a:p>
            <a:pPr lvl="1"/>
            <a:r>
              <a:rPr lang="en-US" dirty="0"/>
              <a:t>Compute optimal policy from optimal value function</a:t>
            </a:r>
          </a:p>
          <a:p>
            <a:pPr lvl="1"/>
            <a:endParaRPr lang="en-US" dirty="0"/>
          </a:p>
          <a:p>
            <a:r>
              <a:rPr lang="en-US" dirty="0"/>
              <a:t>Policy Iteration</a:t>
            </a:r>
          </a:p>
          <a:p>
            <a:pPr lvl="1"/>
            <a:r>
              <a:rPr lang="en-US" dirty="0"/>
              <a:t>Start with random policy</a:t>
            </a:r>
          </a:p>
          <a:p>
            <a:pPr lvl="1"/>
            <a:r>
              <a:rPr lang="en-US" dirty="0"/>
              <a:t>Iteratively improve it until convergence to optimal policy</a:t>
            </a:r>
          </a:p>
          <a:p>
            <a:pPr lvl="1"/>
            <a:endParaRPr lang="en-US" dirty="0"/>
          </a:p>
          <a:p>
            <a:r>
              <a:rPr lang="en-US" dirty="0"/>
              <a:t>Requires </a:t>
            </a:r>
            <a:r>
              <a:rPr lang="en-US" b="1" dirty="0"/>
              <a:t>model of MDP</a:t>
            </a:r>
            <a:r>
              <a:rPr lang="en-US" dirty="0"/>
              <a:t> to work!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E3286-DEB3-3641-8085-84B176DAE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E479-B548-6B48-A4C6-2080CAE75706}" type="datetime1">
              <a:rPr lang="en-US" smtClean="0"/>
              <a:t>4/26/26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DF1B53D-9EA8-97C0-A989-4F5359C95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EF3B37-6A93-D9B7-15A0-49F98820D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58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B7C61-C673-FD43-936B-84F9006D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4A5E215-9088-48C4-AEBD-0DF18FDE67DE}"/>
              </a:ext>
            </a:extLst>
          </p:cNvPr>
          <p:cNvSpPr txBox="1">
            <a:spLocks/>
          </p:cNvSpPr>
          <p:nvPr/>
        </p:nvSpPr>
        <p:spPr>
          <a:xfrm>
            <a:off x="3150709" y="2513012"/>
            <a:ext cx="5890582" cy="1831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HJB, HJI, and reachability analysis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1ADC8F-E6C4-7CFB-6FB9-818A010D0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AD42E-947C-5E4C-A00F-B9B12C365D43}" type="datetime1">
              <a:rPr lang="en-US" smtClean="0"/>
              <a:t>4/26/26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F1324-E41C-337B-EED3-F19B600CE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9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7C0C0-3D31-B9A2-BBF6-F4607A120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FBB6EF975807449194B44213CB1385" ma:contentTypeVersion="5" ma:contentTypeDescription="Create a new document." ma:contentTypeScope="" ma:versionID="6297688411df770d7ba805098bf03ebd">
  <xsd:schema xmlns:xsd="http://www.w3.org/2001/XMLSchema" xmlns:xs="http://www.w3.org/2001/XMLSchema" xmlns:p="http://schemas.microsoft.com/office/2006/metadata/properties" xmlns:ns3="d1af692f-475c-46b5-a87d-a47813ac8995" xmlns:ns4="ec38afac-11fd-4f05-b2a5-9d8ac7fc116b" targetNamespace="http://schemas.microsoft.com/office/2006/metadata/properties" ma:root="true" ma:fieldsID="a8acf1f0a3134d6bce4e4716f1f754da" ns3:_="" ns4:_="">
    <xsd:import namespace="d1af692f-475c-46b5-a87d-a47813ac8995"/>
    <xsd:import namespace="ec38afac-11fd-4f05-b2a5-9d8ac7fc11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af692f-475c-46b5-a87d-a47813ac89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8afac-11fd-4f05-b2a5-9d8ac7fc116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352FE36-E18B-45C1-ABA4-61143D2DEF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af692f-475c-46b5-a87d-a47813ac8995"/>
    <ds:schemaRef ds:uri="ec38afac-11fd-4f05-b2a5-9d8ac7fc11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94D6842-5AF1-4CA0-B76F-093B6178E8F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FACCD53-02B1-42CE-97F7-33D2ABD17827}">
  <ds:schemaRefs>
    <ds:schemaRef ds:uri="http://schemas.microsoft.com/office/2006/documentManagement/types"/>
    <ds:schemaRef ds:uri="http://purl.org/dc/elements/1.1/"/>
    <ds:schemaRef ds:uri="http://www.w3.org/XML/1998/namespace"/>
    <ds:schemaRef ds:uri="http://purl.org/dc/terms/"/>
    <ds:schemaRef ds:uri="ec38afac-11fd-4f05-b2a5-9d8ac7fc116b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d1af692f-475c-46b5-a87d-a47813ac899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46620</TotalTime>
  <Words>2635</Words>
  <Application>Microsoft Macintosh PowerPoint</Application>
  <PresentationFormat>Widescreen</PresentationFormat>
  <Paragraphs>301</Paragraphs>
  <Slides>24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CMR10</vt:lpstr>
      <vt:lpstr>Source Sans Pro</vt:lpstr>
      <vt:lpstr>Wingdings</vt:lpstr>
      <vt:lpstr>Office Theme</vt:lpstr>
      <vt:lpstr>AA203 Optimal and Learning-based Control</vt:lpstr>
      <vt:lpstr>Roadmap</vt:lpstr>
      <vt:lpstr>Stochastic optimal control problem: Markov Decision Problem (MDP)</vt:lpstr>
      <vt:lpstr>Key points</vt:lpstr>
      <vt:lpstr>Key points</vt:lpstr>
      <vt:lpstr>Principle of optimality</vt:lpstr>
      <vt:lpstr>The DP algorithm (stochastic case)</vt:lpstr>
      <vt:lpstr>The DP algorithm (stochastic case)</vt:lpstr>
      <vt:lpstr>Example: Inventory Control Problem</vt:lpstr>
      <vt:lpstr>Example: Inventory Control Problem</vt:lpstr>
      <vt:lpstr>Example: Inventory Control Problem</vt:lpstr>
      <vt:lpstr>Stochastic LQR</vt:lpstr>
      <vt:lpstr>Stochastic LQR </vt:lpstr>
      <vt:lpstr>Stochastic LQR </vt:lpstr>
      <vt:lpstr>Infinite Horizon MDPs</vt:lpstr>
      <vt:lpstr>Infinite Horizon MDPs</vt:lpstr>
      <vt:lpstr>Infinite Horizon MDPs</vt:lpstr>
      <vt:lpstr>State-action value functions (Q functions)</vt:lpstr>
      <vt:lpstr>Solving infinite-horizon MDPs</vt:lpstr>
      <vt:lpstr>Solving infinite-horizon MDPs</vt:lpstr>
      <vt:lpstr>Value Iteration</vt:lpstr>
      <vt:lpstr>Policy Iteration</vt:lpstr>
      <vt:lpstr>Recap</vt:lpstr>
      <vt:lpstr>Next time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subject/>
  <dc:creator/>
  <cp:keywords/>
  <dc:description/>
  <cp:lastModifiedBy>Marco Pavone</cp:lastModifiedBy>
  <cp:revision>302</cp:revision>
  <cp:lastPrinted>2019-01-07T20:05:58Z</cp:lastPrinted>
  <dcterms:created xsi:type="dcterms:W3CDTF">2017-01-06T12:29:52Z</dcterms:created>
  <dcterms:modified xsi:type="dcterms:W3CDTF">2026-04-27T00:13:48Z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0x0101001AFBB6EF975807449194B44213CB1385</vt:lpwstr>
  </property>
</Properties>
</file>