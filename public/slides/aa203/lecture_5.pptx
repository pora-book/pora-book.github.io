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3"/>
  </p:notesMasterIdLst>
  <p:sldIdLst>
    <p:sldId id="256" r:id="rId5"/>
    <p:sldId id="548" r:id="rId6"/>
    <p:sldId id="480" r:id="rId7"/>
    <p:sldId id="582" r:id="rId8"/>
    <p:sldId id="571" r:id="rId9"/>
    <p:sldId id="489" r:id="rId10"/>
    <p:sldId id="490" r:id="rId11"/>
    <p:sldId id="491" r:id="rId12"/>
    <p:sldId id="492" r:id="rId13"/>
    <p:sldId id="493" r:id="rId14"/>
    <p:sldId id="494" r:id="rId15"/>
    <p:sldId id="495" r:id="rId16"/>
    <p:sldId id="496" r:id="rId17"/>
    <p:sldId id="497" r:id="rId18"/>
    <p:sldId id="498" r:id="rId19"/>
    <p:sldId id="499" r:id="rId20"/>
    <p:sldId id="500" r:id="rId21"/>
    <p:sldId id="501" r:id="rId22"/>
    <p:sldId id="502" r:id="rId23"/>
    <p:sldId id="504" r:id="rId24"/>
    <p:sldId id="505" r:id="rId25"/>
    <p:sldId id="503" r:id="rId26"/>
    <p:sldId id="576" r:id="rId27"/>
    <p:sldId id="485" r:id="rId28"/>
    <p:sldId id="577" r:id="rId29"/>
    <p:sldId id="579" r:id="rId30"/>
    <p:sldId id="580" r:id="rId31"/>
    <p:sldId id="39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CC25E8B-7885-9143-B6A6-C663038D90BB}">
          <p14:sldIdLst>
            <p14:sldId id="256"/>
            <p14:sldId id="548"/>
            <p14:sldId id="480"/>
            <p14:sldId id="582"/>
            <p14:sldId id="571"/>
            <p14:sldId id="489"/>
            <p14:sldId id="490"/>
            <p14:sldId id="491"/>
            <p14:sldId id="492"/>
            <p14:sldId id="493"/>
            <p14:sldId id="494"/>
            <p14:sldId id="495"/>
            <p14:sldId id="496"/>
            <p14:sldId id="497"/>
            <p14:sldId id="498"/>
            <p14:sldId id="499"/>
            <p14:sldId id="500"/>
            <p14:sldId id="501"/>
            <p14:sldId id="502"/>
            <p14:sldId id="504"/>
            <p14:sldId id="505"/>
            <p14:sldId id="503"/>
            <p14:sldId id="576"/>
            <p14:sldId id="485"/>
            <p14:sldId id="577"/>
            <p14:sldId id="579"/>
            <p14:sldId id="580"/>
            <p14:sldId id="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493198-F5A1-D84A-A2CA-FD6227E497BA}" v="7" dt="2025-04-14T02:09:18.5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28"/>
    <p:restoredTop sz="75847"/>
  </p:normalViewPr>
  <p:slideViewPr>
    <p:cSldViewPr snapToGrid="0">
      <p:cViewPr varScale="1">
        <p:scale>
          <a:sx n="93" d="100"/>
          <a:sy n="93" d="100"/>
        </p:scale>
        <p:origin x="14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ward Fu Schmerling" userId="c8b75dde-c097-4599-bb13-81e931e3f9a3" providerId="ADAL" clId="{31855063-63B9-441C-9407-3341D2D91A59}"/>
    <pc:docChg chg="undo custSel addSld delSld modSld sldOrd modSection">
      <pc:chgData name="Edward Fu Schmerling" userId="c8b75dde-c097-4599-bb13-81e931e3f9a3" providerId="ADAL" clId="{31855063-63B9-441C-9407-3341D2D91A59}" dt="2022-04-13T07:42:28.147" v="730"/>
      <pc:docMkLst>
        <pc:docMk/>
      </pc:docMkLst>
      <pc:sldChg chg="modSp mod">
        <pc:chgData name="Edward Fu Schmerling" userId="c8b75dde-c097-4599-bb13-81e931e3f9a3" providerId="ADAL" clId="{31855063-63B9-441C-9407-3341D2D91A59}" dt="2022-04-13T06:00:51.602" v="150" actId="20577"/>
        <pc:sldMkLst>
          <pc:docMk/>
          <pc:sldMk cId="1672827742" sldId="256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3140733241" sldId="334"/>
        </pc:sldMkLst>
      </pc:sldChg>
      <pc:sldChg chg="modSp add del mod modAnim">
        <pc:chgData name="Edward Fu Schmerling" userId="c8b75dde-c097-4599-bb13-81e931e3f9a3" providerId="ADAL" clId="{31855063-63B9-441C-9407-3341D2D91A59}" dt="2022-04-13T07:37:09.743" v="634" actId="47"/>
        <pc:sldMkLst>
          <pc:docMk/>
          <pc:sldMk cId="4274562965" sldId="373"/>
        </pc:sldMkLst>
      </pc:sldChg>
      <pc:sldChg chg="delSp modSp add mod delAnim modAnim">
        <pc:chgData name="Edward Fu Schmerling" userId="c8b75dde-c097-4599-bb13-81e931e3f9a3" providerId="ADAL" clId="{31855063-63B9-441C-9407-3341D2D91A59}" dt="2022-04-13T07:39:31.522" v="689" actId="20577"/>
        <pc:sldMkLst>
          <pc:docMk/>
          <pc:sldMk cId="3024575377" sldId="374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1432661843" sldId="375"/>
        </pc:sldMkLst>
      </pc:sldChg>
      <pc:sldChg chg="modSp add mod">
        <pc:chgData name="Edward Fu Schmerling" userId="c8b75dde-c097-4599-bb13-81e931e3f9a3" providerId="ADAL" clId="{31855063-63B9-441C-9407-3341D2D91A59}" dt="2022-04-13T07:41:24.468" v="718" actId="20577"/>
        <pc:sldMkLst>
          <pc:docMk/>
          <pc:sldMk cId="188883478" sldId="376"/>
        </pc:sldMkLst>
      </pc:sldChg>
      <pc:sldChg chg="modSp add mod">
        <pc:chgData name="Edward Fu Schmerling" userId="c8b75dde-c097-4599-bb13-81e931e3f9a3" providerId="ADAL" clId="{31855063-63B9-441C-9407-3341D2D91A59}" dt="2022-04-13T07:42:17.898" v="729" actId="14100"/>
        <pc:sldMkLst>
          <pc:docMk/>
          <pc:sldMk cId="3963986877" sldId="377"/>
        </pc:sldMkLst>
      </pc:sldChg>
      <pc:sldChg chg="delSp add mod delAnim">
        <pc:chgData name="Edward Fu Schmerling" userId="c8b75dde-c097-4599-bb13-81e931e3f9a3" providerId="ADAL" clId="{31855063-63B9-441C-9407-3341D2D91A59}" dt="2022-04-13T07:41:48.728" v="721" actId="478"/>
        <pc:sldMkLst>
          <pc:docMk/>
          <pc:sldMk cId="4063932228" sldId="378"/>
        </pc:sldMkLst>
      </pc:sldChg>
      <pc:sldChg chg="modSp add mod">
        <pc:chgData name="Edward Fu Schmerling" userId="c8b75dde-c097-4599-bb13-81e931e3f9a3" providerId="ADAL" clId="{31855063-63B9-441C-9407-3341D2D91A59}" dt="2022-04-13T06:57:24.931" v="563" actId="403"/>
        <pc:sldMkLst>
          <pc:docMk/>
          <pc:sldMk cId="1712032461" sldId="379"/>
        </pc:sldMkLst>
      </pc:sldChg>
      <pc:sldChg chg="modSp add mod">
        <pc:chgData name="Edward Fu Schmerling" userId="c8b75dde-c097-4599-bb13-81e931e3f9a3" providerId="ADAL" clId="{31855063-63B9-441C-9407-3341D2D91A59}" dt="2022-04-13T06:57:52.146" v="569" actId="14100"/>
        <pc:sldMkLst>
          <pc:docMk/>
          <pc:sldMk cId="810089569" sldId="380"/>
        </pc:sldMkLst>
      </pc:sldChg>
      <pc:sldChg chg="add del">
        <pc:chgData name="Edward Fu Schmerling" userId="c8b75dde-c097-4599-bb13-81e931e3f9a3" providerId="ADAL" clId="{31855063-63B9-441C-9407-3341D2D91A59}" dt="2022-04-13T06:41:30.127" v="322" actId="47"/>
        <pc:sldMkLst>
          <pc:docMk/>
          <pc:sldMk cId="3653845818" sldId="388"/>
        </pc:sldMkLst>
      </pc:sldChg>
      <pc:sldChg chg="add del">
        <pc:chgData name="Edward Fu Schmerling" userId="c8b75dde-c097-4599-bb13-81e931e3f9a3" providerId="ADAL" clId="{31855063-63B9-441C-9407-3341D2D91A59}" dt="2022-04-13T06:41:30.127" v="322" actId="47"/>
        <pc:sldMkLst>
          <pc:docMk/>
          <pc:sldMk cId="1962653272" sldId="389"/>
        </pc:sldMkLst>
      </pc:sldChg>
      <pc:sldChg chg="modSp add mod">
        <pc:chgData name="Edward Fu Schmerling" userId="c8b75dde-c097-4599-bb13-81e931e3f9a3" providerId="ADAL" clId="{31855063-63B9-441C-9407-3341D2D91A59}" dt="2022-04-13T06:59:31.375" v="574" actId="1076"/>
        <pc:sldMkLst>
          <pc:docMk/>
          <pc:sldMk cId="1258241937" sldId="390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74076246" sldId="391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4019876186" sldId="392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260925825" sldId="393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3455344319" sldId="394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477968170" sldId="395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1967004324" sldId="396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3700698877" sldId="397"/>
        </pc:sldMkLst>
      </pc:sldChg>
      <pc:sldChg chg="add">
        <pc:chgData name="Edward Fu Schmerling" userId="c8b75dde-c097-4599-bb13-81e931e3f9a3" providerId="ADAL" clId="{31855063-63B9-441C-9407-3341D2D91A59}" dt="2022-04-13T06:40:48.999" v="318"/>
        <pc:sldMkLst>
          <pc:docMk/>
          <pc:sldMk cId="1530462494" sldId="398"/>
        </pc:sldMkLst>
      </pc:sldChg>
      <pc:sldChg chg="addSp modSp mod">
        <pc:chgData name="Edward Fu Schmerling" userId="c8b75dde-c097-4599-bb13-81e931e3f9a3" providerId="ADAL" clId="{31855063-63B9-441C-9407-3341D2D91A59}" dt="2022-04-13T06:40:38.614" v="317" actId="20577"/>
        <pc:sldMkLst>
          <pc:docMk/>
          <pc:sldMk cId="3651528683" sldId="399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3595922227" sldId="469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1229848719" sldId="470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3429969763" sldId="471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2093713323" sldId="472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284892743" sldId="473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1855550896" sldId="474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1504537862" sldId="475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3488320157" sldId="476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3914608158" sldId="479"/>
        </pc:sldMkLst>
      </pc:sldChg>
      <pc:sldChg chg="add del">
        <pc:chgData name="Edward Fu Schmerling" userId="c8b75dde-c097-4599-bb13-81e931e3f9a3" providerId="ADAL" clId="{31855063-63B9-441C-9407-3341D2D91A59}" dt="2022-04-13T05:57:33.498" v="1"/>
        <pc:sldMkLst>
          <pc:docMk/>
          <pc:sldMk cId="1042033196" sldId="480"/>
        </pc:sldMkLst>
      </pc:sldChg>
      <pc:sldChg chg="del">
        <pc:chgData name="Edward Fu Schmerling" userId="c8b75dde-c097-4599-bb13-81e931e3f9a3" providerId="ADAL" clId="{31855063-63B9-441C-9407-3341D2D91A59}" dt="2022-04-13T05:57:38.265" v="2" actId="47"/>
        <pc:sldMkLst>
          <pc:docMk/>
          <pc:sldMk cId="363456597" sldId="481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3740421713" sldId="483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1475866013" sldId="484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1289924713" sldId="485"/>
        </pc:sldMkLst>
      </pc:sldChg>
      <pc:sldChg chg="add">
        <pc:chgData name="Edward Fu Schmerling" userId="c8b75dde-c097-4599-bb13-81e931e3f9a3" providerId="ADAL" clId="{31855063-63B9-441C-9407-3341D2D91A59}" dt="2022-04-13T06:29:09.124" v="154"/>
        <pc:sldMkLst>
          <pc:docMk/>
          <pc:sldMk cId="3907072504" sldId="493"/>
        </pc:sldMkLst>
      </pc:sldChg>
      <pc:sldChg chg="add">
        <pc:chgData name="Edward Fu Schmerling" userId="c8b75dde-c097-4599-bb13-81e931e3f9a3" providerId="ADAL" clId="{31855063-63B9-441C-9407-3341D2D91A59}" dt="2022-04-13T06:29:09.124" v="154"/>
        <pc:sldMkLst>
          <pc:docMk/>
          <pc:sldMk cId="4219252409" sldId="494"/>
        </pc:sldMkLst>
      </pc:sldChg>
      <pc:sldChg chg="modSp ord">
        <pc:chgData name="Edward Fu Schmerling" userId="c8b75dde-c097-4599-bb13-81e931e3f9a3" providerId="ADAL" clId="{31855063-63B9-441C-9407-3341D2D91A59}" dt="2022-04-13T06:31:45.122" v="182"/>
        <pc:sldMkLst>
          <pc:docMk/>
          <pc:sldMk cId="1839397506" sldId="495"/>
        </pc:sldMkLst>
      </pc:sldChg>
      <pc:sldChg chg="modSp add">
        <pc:chgData name="Edward Fu Schmerling" userId="c8b75dde-c097-4599-bb13-81e931e3f9a3" providerId="ADAL" clId="{31855063-63B9-441C-9407-3341D2D91A59}" dt="2022-04-13T06:31:52.937" v="184"/>
        <pc:sldMkLst>
          <pc:docMk/>
          <pc:sldMk cId="3543055382" sldId="496"/>
        </pc:sldMkLst>
      </pc:sldChg>
      <pc:sldChg chg="modSp add">
        <pc:chgData name="Edward Fu Schmerling" userId="c8b75dde-c097-4599-bb13-81e931e3f9a3" providerId="ADAL" clId="{31855063-63B9-441C-9407-3341D2D91A59}" dt="2022-04-13T06:34:07.804" v="209" actId="207"/>
        <pc:sldMkLst>
          <pc:docMk/>
          <pc:sldMk cId="90600401" sldId="497"/>
        </pc:sldMkLst>
      </pc:sldChg>
      <pc:sldChg chg="add">
        <pc:chgData name="Edward Fu Schmerling" userId="c8b75dde-c097-4599-bb13-81e931e3f9a3" providerId="ADAL" clId="{31855063-63B9-441C-9407-3341D2D91A59}" dt="2022-04-13T06:29:09.124" v="154"/>
        <pc:sldMkLst>
          <pc:docMk/>
          <pc:sldMk cId="251172492" sldId="498"/>
        </pc:sldMkLst>
      </pc:sldChg>
      <pc:sldChg chg="modSp add">
        <pc:chgData name="Edward Fu Schmerling" userId="c8b75dde-c097-4599-bb13-81e931e3f9a3" providerId="ADAL" clId="{31855063-63B9-441C-9407-3341D2D91A59}" dt="2022-04-13T06:32:03.310" v="188"/>
        <pc:sldMkLst>
          <pc:docMk/>
          <pc:sldMk cId="2585164842" sldId="499"/>
        </pc:sldMkLst>
      </pc:sldChg>
      <pc:sldChg chg="modSp add mod">
        <pc:chgData name="Edward Fu Schmerling" userId="c8b75dde-c097-4599-bb13-81e931e3f9a3" providerId="ADAL" clId="{31855063-63B9-441C-9407-3341D2D91A59}" dt="2022-04-13T06:33:18.818" v="208" actId="1076"/>
        <pc:sldMkLst>
          <pc:docMk/>
          <pc:sldMk cId="2841134117" sldId="500"/>
        </pc:sldMkLst>
      </pc:sldChg>
      <pc:sldChg chg="add">
        <pc:chgData name="Edward Fu Schmerling" userId="c8b75dde-c097-4599-bb13-81e931e3f9a3" providerId="ADAL" clId="{31855063-63B9-441C-9407-3341D2D91A59}" dt="2022-04-13T06:29:09.124" v="154"/>
        <pc:sldMkLst>
          <pc:docMk/>
          <pc:sldMk cId="1677878597" sldId="501"/>
        </pc:sldMkLst>
      </pc:sldChg>
      <pc:sldChg chg="modSp add">
        <pc:chgData name="Edward Fu Schmerling" userId="c8b75dde-c097-4599-bb13-81e931e3f9a3" providerId="ADAL" clId="{31855063-63B9-441C-9407-3341D2D91A59}" dt="2022-04-13T06:31:04.585" v="177" actId="114"/>
        <pc:sldMkLst>
          <pc:docMk/>
          <pc:sldMk cId="3161116584" sldId="502"/>
        </pc:sldMkLst>
      </pc:sldChg>
      <pc:sldChg chg="modSp add mod">
        <pc:chgData name="Edward Fu Schmerling" userId="c8b75dde-c097-4599-bb13-81e931e3f9a3" providerId="ADAL" clId="{31855063-63B9-441C-9407-3341D2D91A59}" dt="2022-04-13T06:35:18.278" v="236" actId="403"/>
        <pc:sldMkLst>
          <pc:docMk/>
          <pc:sldMk cId="2688572493" sldId="503"/>
        </pc:sldMkLst>
      </pc:sldChg>
      <pc:sldChg chg="modSp add">
        <pc:chgData name="Edward Fu Schmerling" userId="c8b75dde-c097-4599-bb13-81e931e3f9a3" providerId="ADAL" clId="{31855063-63B9-441C-9407-3341D2D91A59}" dt="2022-04-13T06:31:12.413" v="180"/>
        <pc:sldMkLst>
          <pc:docMk/>
          <pc:sldMk cId="517564522" sldId="504"/>
        </pc:sldMkLst>
      </pc:sldChg>
      <pc:sldChg chg="addSp modSp add mod">
        <pc:chgData name="Edward Fu Schmerling" userId="c8b75dde-c097-4599-bb13-81e931e3f9a3" providerId="ADAL" clId="{31855063-63B9-441C-9407-3341D2D91A59}" dt="2022-04-13T06:34:29.191" v="224" actId="313"/>
        <pc:sldMkLst>
          <pc:docMk/>
          <pc:sldMk cId="2118912681" sldId="505"/>
        </pc:sldMkLst>
      </pc:sldChg>
      <pc:sldChg chg="add del">
        <pc:chgData name="Edward Fu Schmerling" userId="c8b75dde-c097-4599-bb13-81e931e3f9a3" providerId="ADAL" clId="{31855063-63B9-441C-9407-3341D2D91A59}" dt="2022-04-13T06:41:02.485" v="319"/>
        <pc:sldMkLst>
          <pc:docMk/>
          <pc:sldMk cId="3960784806" sldId="548"/>
        </pc:sldMkLst>
      </pc:sldChg>
      <pc:sldChg chg="del">
        <pc:chgData name="Edward Fu Schmerling" userId="c8b75dde-c097-4599-bb13-81e931e3f9a3" providerId="ADAL" clId="{31855063-63B9-441C-9407-3341D2D91A59}" dt="2022-04-13T05:56:29.952" v="0" actId="47"/>
        <pc:sldMkLst>
          <pc:docMk/>
          <pc:sldMk cId="368324985" sldId="550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3531711246" sldId="551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369621943" sldId="556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4282980349" sldId="566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3780695750" sldId="567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2726115440" sldId="568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877759489" sldId="569"/>
        </pc:sldMkLst>
      </pc:sldChg>
      <pc:sldChg chg="del">
        <pc:chgData name="Edward Fu Schmerling" userId="c8b75dde-c097-4599-bb13-81e931e3f9a3" providerId="ADAL" clId="{31855063-63B9-441C-9407-3341D2D91A59}" dt="2022-04-13T05:57:59.258" v="3" actId="47"/>
        <pc:sldMkLst>
          <pc:docMk/>
          <pc:sldMk cId="3410497678" sldId="570"/>
        </pc:sldMkLst>
      </pc:sldChg>
      <pc:sldChg chg="add">
        <pc:chgData name="Edward Fu Schmerling" userId="c8b75dde-c097-4599-bb13-81e931e3f9a3" providerId="ADAL" clId="{31855063-63B9-441C-9407-3341D2D91A59}" dt="2022-04-13T05:57:33.498" v="1"/>
        <pc:sldMkLst>
          <pc:docMk/>
          <pc:sldMk cId="3352044961" sldId="571"/>
        </pc:sldMkLst>
      </pc:sldChg>
      <pc:sldChg chg="addSp delSp modSp add mod modAnim">
        <pc:chgData name="Edward Fu Schmerling" userId="c8b75dde-c097-4599-bb13-81e931e3f9a3" providerId="ADAL" clId="{31855063-63B9-441C-9407-3341D2D91A59}" dt="2022-04-13T07:42:28.147" v="730"/>
        <pc:sldMkLst>
          <pc:docMk/>
          <pc:sldMk cId="907361809" sldId="572"/>
        </pc:sldMkLst>
      </pc:sldChg>
      <pc:sldChg chg="add del">
        <pc:chgData name="Edward Fu Schmerling" userId="c8b75dde-c097-4599-bb13-81e931e3f9a3" providerId="ADAL" clId="{31855063-63B9-441C-9407-3341D2D91A59}" dt="2022-04-13T06:31:48.911" v="183" actId="47"/>
        <pc:sldMkLst>
          <pc:docMk/>
          <pc:sldMk cId="2456777892" sldId="572"/>
        </pc:sldMkLst>
      </pc:sldChg>
      <pc:sldChg chg="modSp add modAnim">
        <pc:chgData name="Edward Fu Schmerling" userId="c8b75dde-c097-4599-bb13-81e931e3f9a3" providerId="ADAL" clId="{31855063-63B9-441C-9407-3341D2D91A59}" dt="2022-04-13T07:38:11.162" v="671" actId="20577"/>
        <pc:sldMkLst>
          <pc:docMk/>
          <pc:sldMk cId="279978888" sldId="573"/>
        </pc:sldMkLst>
      </pc:sldChg>
      <pc:sldChg chg="new del">
        <pc:chgData name="Edward Fu Schmerling" userId="c8b75dde-c097-4599-bb13-81e931e3f9a3" providerId="ADAL" clId="{31855063-63B9-441C-9407-3341D2D91A59}" dt="2022-04-13T07:27:47.289" v="576" actId="680"/>
        <pc:sldMkLst>
          <pc:docMk/>
          <pc:sldMk cId="658725980" sldId="573"/>
        </pc:sldMkLst>
      </pc:sldChg>
      <pc:sldChg chg="add modAnim">
        <pc:chgData name="Edward Fu Schmerling" userId="c8b75dde-c097-4599-bb13-81e931e3f9a3" providerId="ADAL" clId="{31855063-63B9-441C-9407-3341D2D91A59}" dt="2022-04-13T07:38:52.918" v="673"/>
        <pc:sldMkLst>
          <pc:docMk/>
          <pc:sldMk cId="3014608282" sldId="574"/>
        </pc:sldMkLst>
      </pc:sldChg>
      <pc:sldChg chg="add modAnim">
        <pc:chgData name="Edward Fu Schmerling" userId="c8b75dde-c097-4599-bb13-81e931e3f9a3" providerId="ADAL" clId="{31855063-63B9-441C-9407-3341D2D91A59}" dt="2022-04-13T07:41:45.488" v="720"/>
        <pc:sldMkLst>
          <pc:docMk/>
          <pc:sldMk cId="2084105139" sldId="575"/>
        </pc:sldMkLst>
      </pc:sldChg>
    </pc:docChg>
  </pc:docChgLst>
  <pc:docChgLst>
    <pc:chgData name="Marco Pavone" userId="614fc057-48e4-49a1-a143-71473b5022f3" providerId="ADAL" clId="{85493198-F5A1-D84A-A2CA-FD6227E497BA}"/>
    <pc:docChg chg="undo custSel modSld">
      <pc:chgData name="Marco Pavone" userId="614fc057-48e4-49a1-a143-71473b5022f3" providerId="ADAL" clId="{85493198-F5A1-D84A-A2CA-FD6227E497BA}" dt="2025-04-14T02:09:18.533" v="220"/>
      <pc:docMkLst>
        <pc:docMk/>
      </pc:docMkLst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3651528683" sldId="399"/>
        </pc:sldMkLst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651528683" sldId="399"/>
            <ac:spMk id="3" creationId="{8C097590-E746-53CA-DD7D-CC4B94CD5B8D}"/>
          </ac:spMkLst>
        </pc:spChg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3651528683" sldId="399"/>
            <ac:spMk id="4" creationId="{7BB0FC0B-F375-4C2E-AEEA-E9A79F878E9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651528683" sldId="399"/>
            <ac:spMk id="5" creationId="{6ED84CBC-2FC8-4E21-85CD-765C14826721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651528683" sldId="399"/>
            <ac:spMk id="6" creationId="{88CA7EAA-2A98-0178-C9AC-F6BEB055744C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651528683" sldId="399"/>
            <ac:spMk id="7" creationId="{2E5516C7-0230-F031-7234-0341FBAD0F14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651528683" sldId="399"/>
            <ac:spMk id="8" creationId="{C2420DE7-3531-6E06-DA15-2B1D4E958383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651528683" sldId="399"/>
            <ac:spMk id="9" creationId="{4B19C71E-46E2-CE46-AE2B-A7CC6224B712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651528683" sldId="399"/>
            <ac:spMk id="11" creationId="{30A9E9C3-814E-1C13-7BC5-C492C3A53322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651528683" sldId="399"/>
            <ac:spMk id="12" creationId="{CA5E1C50-E043-C6C6-5D19-B4C57FD0981A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1042033196" sldId="480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1042033196" sldId="480"/>
            <ac:spMk id="4" creationId="{EACF6BAE-6A00-4A06-9084-0584442DE385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042033196" sldId="480"/>
            <ac:spMk id="5" creationId="{17C0ED6E-5D11-0345-A155-2ADADBDCC5CA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042033196" sldId="480"/>
            <ac:spMk id="6" creationId="{4A938BD2-076B-4E1B-8F1C-D4F1B37C5458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042033196" sldId="480"/>
            <ac:spMk id="7" creationId="{02D5CE97-E7D6-E0A0-075F-5433A94B3E28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042033196" sldId="480"/>
            <ac:spMk id="8" creationId="{6FDCB633-E6C8-2FB2-8AA2-28D1281F999A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042033196" sldId="480"/>
            <ac:spMk id="9" creationId="{DB6B29D8-B21F-C48D-A786-DF458FFFF947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042033196" sldId="480"/>
            <ac:spMk id="10" creationId="{02D0995F-7857-9F7C-49C7-E7BBC98E80E6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042033196" sldId="480"/>
            <ac:spMk id="11" creationId="{C8677204-B6A1-62FE-DB8C-799081E30181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042033196" sldId="480"/>
            <ac:spMk id="12" creationId="{A5C6DA81-00D8-4063-5D4F-712B0D7CCBD8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1289924713" sldId="485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1289924713" sldId="485"/>
            <ac:spMk id="4" creationId="{A87D4989-1554-42E8-8345-D898835ECED9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289924713" sldId="485"/>
            <ac:spMk id="5" creationId="{40F95C04-7336-CE40-ADB7-E55942BF7C65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289924713" sldId="485"/>
            <ac:spMk id="6" creationId="{284CFF8A-B977-4E5E-BB18-AA1C66CE4662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289924713" sldId="485"/>
            <ac:spMk id="7" creationId="{096A201F-D7B8-6124-CC6F-3B6CBDED6720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289924713" sldId="485"/>
            <ac:spMk id="8" creationId="{AC7C3937-54AA-0DCA-ECE7-05C46262F149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289924713" sldId="485"/>
            <ac:spMk id="9" creationId="{83A36E97-A8DD-3EFC-B56B-F86FDD1630DC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289924713" sldId="485"/>
            <ac:spMk id="10" creationId="{DB0542A0-96B9-0766-0611-0CD67C01E86D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289924713" sldId="485"/>
            <ac:spMk id="11" creationId="{FFF9B7EA-C252-5713-F4EB-E944031FBE38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289924713" sldId="485"/>
            <ac:spMk id="12" creationId="{DCDA82E1-BC86-A4B3-8150-9D1613197CFB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4173949515" sldId="489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4173949515" sldId="489"/>
            <ac:spMk id="4" creationId="{41ADC3C8-85AB-3844-8CE6-4D0F73A949BE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4173949515" sldId="489"/>
            <ac:spMk id="5" creationId="{2BEB8D20-DADB-7840-98C2-BC1EAB9D4B9F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4173949515" sldId="489"/>
            <ac:spMk id="6" creationId="{166D772B-AC68-4A6A-8B67-9FC3A6B7B37D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4173949515" sldId="489"/>
            <ac:spMk id="7" creationId="{61372C90-B9BF-9C6B-CEAE-5C927BAB8A45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4173949515" sldId="489"/>
            <ac:spMk id="8" creationId="{28227FF1-660F-5858-0B78-304FAE6A4916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4173949515" sldId="489"/>
            <ac:spMk id="9" creationId="{49964FAC-C385-0B5F-8191-26FB8FB93F9D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4173949515" sldId="489"/>
            <ac:spMk id="10" creationId="{CC31DF41-265E-364C-581D-3859612B289C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4173949515" sldId="489"/>
            <ac:spMk id="11" creationId="{F9442B6E-12B2-7059-C8A5-3A21F1D02F07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4173949515" sldId="489"/>
            <ac:spMk id="12" creationId="{A3C06CFC-8B67-6864-42FF-1A795961B2EB}"/>
          </ac:spMkLst>
        </pc:spChg>
      </pc:sldChg>
      <pc:sldChg chg="addSp delSp modSp modNotesTx">
        <pc:chgData name="Marco Pavone" userId="614fc057-48e4-49a1-a143-71473b5022f3" providerId="ADAL" clId="{85493198-F5A1-D84A-A2CA-FD6227E497BA}" dt="2025-04-14T02:09:18.533" v="220"/>
        <pc:sldMkLst>
          <pc:docMk/>
          <pc:sldMk cId="2405241836" sldId="490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2405241836" sldId="490"/>
            <ac:spMk id="4" creationId="{26942A48-2504-5F40-9578-7ABCDAD90A29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405241836" sldId="490"/>
            <ac:spMk id="5" creationId="{1B43A33E-4771-D04E-B4A2-6144E389278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405241836" sldId="490"/>
            <ac:spMk id="6" creationId="{E2D2CEF4-5B1F-4678-AAA6-9C208B7E3B7D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405241836" sldId="490"/>
            <ac:spMk id="7" creationId="{519A96BD-5631-7D88-5EE4-A5814444125A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405241836" sldId="490"/>
            <ac:spMk id="8" creationId="{7A9B588C-21C7-580D-6440-A97EA0E32E2E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405241836" sldId="490"/>
            <ac:spMk id="9" creationId="{B1E8C689-44B9-373A-F676-123D1EB5043F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405241836" sldId="490"/>
            <ac:spMk id="10" creationId="{FA8B2546-83FB-D27B-FCAF-E79312A3D764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405241836" sldId="490"/>
            <ac:spMk id="11" creationId="{A1853DDD-FCFC-B56C-1BDB-AE8875929FB1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405241836" sldId="490"/>
            <ac:spMk id="12" creationId="{5DEA61B3-BC41-9865-0878-B2FB4328957F}"/>
          </ac:spMkLst>
        </pc:spChg>
      </pc:sldChg>
      <pc:sldChg chg="addSp delSp modSp modNotesTx">
        <pc:chgData name="Marco Pavone" userId="614fc057-48e4-49a1-a143-71473b5022f3" providerId="ADAL" clId="{85493198-F5A1-D84A-A2CA-FD6227E497BA}" dt="2025-04-14T02:09:18.533" v="220"/>
        <pc:sldMkLst>
          <pc:docMk/>
          <pc:sldMk cId="1843183195" sldId="491"/>
        </pc:sldMkLst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843183195" sldId="491"/>
            <ac:spMk id="2" creationId="{52BDD722-2DCE-F591-E6A1-9E041B663F3F}"/>
          </ac:spMkLst>
        </pc:spChg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1843183195" sldId="491"/>
            <ac:spMk id="4" creationId="{26942A48-2504-5F40-9578-7ABCDAD90A29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843183195" sldId="491"/>
            <ac:spMk id="5" creationId="{1B43A33E-4771-D04E-B4A2-6144E389278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843183195" sldId="491"/>
            <ac:spMk id="6" creationId="{E5F15F04-65A2-42FD-8335-57413D47B668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843183195" sldId="491"/>
            <ac:spMk id="7" creationId="{389B5F23-81F4-E258-5F0B-6922A0A1468E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843183195" sldId="491"/>
            <ac:spMk id="8" creationId="{2F91F75B-CFB7-97BF-5EE1-C236414A8FFE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843183195" sldId="491"/>
            <ac:spMk id="10" creationId="{5C521188-9089-4E60-E632-33671BA7A2AE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843183195" sldId="491"/>
            <ac:spMk id="11" creationId="{612FA555-9E19-60D8-3993-F7D8D3992C9B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843183195" sldId="491"/>
            <ac:spMk id="12" creationId="{5C24DDB0-E6F8-B27E-4B01-FC260784FC98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1851050611" sldId="492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1851050611" sldId="492"/>
            <ac:spMk id="4" creationId="{FBB824E0-635A-4F4F-9853-EED0AAE92C57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851050611" sldId="492"/>
            <ac:spMk id="5" creationId="{20CCAFB4-9B34-0246-ACC3-6066960E07D8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851050611" sldId="492"/>
            <ac:spMk id="6" creationId="{F260D649-9B24-4267-8CD0-5F15B5A4FFA6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851050611" sldId="492"/>
            <ac:spMk id="12" creationId="{1C98EA1D-AFC7-5311-158B-6FE42797892E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851050611" sldId="492"/>
            <ac:spMk id="13" creationId="{97CB972A-E3A1-6377-A8E6-45C94EE86C29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851050611" sldId="492"/>
            <ac:spMk id="14" creationId="{599D0A8F-7FE5-3D63-7A55-B2044EB88C7F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851050611" sldId="492"/>
            <ac:spMk id="15" creationId="{D39650F6-1524-39D3-EBA0-D260C2A42CF3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851050611" sldId="492"/>
            <ac:spMk id="16" creationId="{9346642E-67C3-964E-A092-769AEC7F7B69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851050611" sldId="492"/>
            <ac:spMk id="17" creationId="{8E142555-872F-6E52-99F9-AA28C5952CEC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3907072504" sldId="493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3907072504" sldId="493"/>
            <ac:spMk id="4" creationId="{4601EDBE-CC6A-4B42-AF5A-2C29B475C9E5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907072504" sldId="493"/>
            <ac:spMk id="5" creationId="{06191A92-DAB0-6449-9362-66728C46063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907072504" sldId="493"/>
            <ac:spMk id="6" creationId="{7451A7B9-A96B-4EDF-9395-081FFBFD6ED1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907072504" sldId="493"/>
            <ac:spMk id="7" creationId="{C73B1ED2-7335-DE11-BEA5-61731EE5921D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907072504" sldId="493"/>
            <ac:spMk id="8" creationId="{11379E41-33DA-75C2-00E2-2E7945D6D468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907072504" sldId="493"/>
            <ac:spMk id="9" creationId="{2D00DB63-8753-213D-DB16-CC1473501F78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907072504" sldId="493"/>
            <ac:spMk id="10" creationId="{B971DFE3-08A2-C174-45BD-FF18647E20AA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907072504" sldId="493"/>
            <ac:spMk id="11" creationId="{82DEC615-72AD-02B1-A879-3CF09CC89E61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907072504" sldId="493"/>
            <ac:spMk id="12" creationId="{7DE00116-2E42-0F9C-01E3-ABB928D5113F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4219252409" sldId="494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4219252409" sldId="494"/>
            <ac:spMk id="4" creationId="{1B8814ED-5F59-7248-B3A5-E275D2E0D12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4219252409" sldId="494"/>
            <ac:spMk id="5" creationId="{E9E9A2AD-1B68-0045-AB3B-F38F86490C5F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4219252409" sldId="494"/>
            <ac:spMk id="6" creationId="{342469A3-A9CC-4762-A5E0-9519C12D048A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4219252409" sldId="494"/>
            <ac:spMk id="7" creationId="{065A9019-AD81-96A1-3ED1-07003BC2DE08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4219252409" sldId="494"/>
            <ac:spMk id="8" creationId="{75803D8E-255A-5200-01AC-31D38DD49283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4219252409" sldId="494"/>
            <ac:spMk id="9" creationId="{5891E3BB-03D5-37E7-F554-F2C8F2FFDFFC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4219252409" sldId="494"/>
            <ac:spMk id="10" creationId="{2DABF1A0-C127-420A-D9EA-E6FA14962332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4219252409" sldId="494"/>
            <ac:spMk id="11" creationId="{7C009AE0-C5FF-2B1E-C9BB-F6B83B046736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4219252409" sldId="494"/>
            <ac:spMk id="12" creationId="{CA9477BF-2CA6-A625-4FF5-EC65B2B7699F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1839397506" sldId="495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1839397506" sldId="495"/>
            <ac:spMk id="4" creationId="{696FF1FF-27E6-E14B-855E-8507F720FF6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839397506" sldId="495"/>
            <ac:spMk id="5" creationId="{5369E888-22FD-6C47-AA11-36EE4B923282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839397506" sldId="495"/>
            <ac:spMk id="6" creationId="{D02D8DE8-30B5-4459-9ADA-AF4D59448903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839397506" sldId="495"/>
            <ac:spMk id="7" creationId="{3B2CB695-48E0-42A1-A895-2E1384ABF0B4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839397506" sldId="495"/>
            <ac:spMk id="8" creationId="{D4C8E66F-0178-3E79-CAE8-E6FC082172B9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839397506" sldId="495"/>
            <ac:spMk id="9" creationId="{8109E763-5CE5-2EDF-A305-E73679E79342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839397506" sldId="495"/>
            <ac:spMk id="10" creationId="{4C9A5C04-498F-C7C3-C3EE-26DE5568ED11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839397506" sldId="495"/>
            <ac:spMk id="11" creationId="{78FABA35-EEBC-8A53-DB7F-52C97C17CA5D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839397506" sldId="495"/>
            <ac:spMk id="12" creationId="{27C39AF7-A801-31E3-3F39-C4C55D6DF897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3543055382" sldId="496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3543055382" sldId="496"/>
            <ac:spMk id="4" creationId="{7B84E977-F718-0445-A7F2-D44647DA424D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543055382" sldId="496"/>
            <ac:spMk id="5" creationId="{93041282-CB56-8940-B6E5-8B3A669264B0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543055382" sldId="496"/>
            <ac:spMk id="6" creationId="{830D2BD5-FDF7-47BE-81A4-A028CF06165E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543055382" sldId="496"/>
            <ac:spMk id="7" creationId="{E73CCBB3-C100-81DD-FB51-F8463EAD78C1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543055382" sldId="496"/>
            <ac:spMk id="8" creationId="{42296B8A-2A7B-AE1D-3AE0-88F235879585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543055382" sldId="496"/>
            <ac:spMk id="9" creationId="{3A68CC34-D0FA-ACB9-C01F-499198AEAC27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543055382" sldId="496"/>
            <ac:spMk id="10" creationId="{D96ABBCC-33ED-0612-A7B9-AC9113571CF3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543055382" sldId="496"/>
            <ac:spMk id="11" creationId="{51C30EF7-DFDB-4E23-F1E8-508E958D22A0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543055382" sldId="496"/>
            <ac:spMk id="12" creationId="{9019BDE6-D9B4-9716-9C33-9C50174A33B9}"/>
          </ac:spMkLst>
        </pc:spChg>
      </pc:sldChg>
      <pc:sldChg chg="addSp delSp modSp modNotesTx">
        <pc:chgData name="Marco Pavone" userId="614fc057-48e4-49a1-a143-71473b5022f3" providerId="ADAL" clId="{85493198-F5A1-D84A-A2CA-FD6227E497BA}" dt="2025-04-14T02:09:18.533" v="220"/>
        <pc:sldMkLst>
          <pc:docMk/>
          <pc:sldMk cId="90600401" sldId="497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90600401" sldId="497"/>
            <ac:spMk id="4" creationId="{BF46A501-468E-7D44-95F2-BDAD6AD5C97B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90600401" sldId="497"/>
            <ac:spMk id="5" creationId="{9C9D1BF2-9D8B-794F-A0C2-F0C54EFE6F7A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90600401" sldId="497"/>
            <ac:spMk id="6" creationId="{28281EEA-C5F8-403D-B69D-9CC486186E67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90600401" sldId="497"/>
            <ac:spMk id="10" creationId="{71341652-99B2-E5BA-7BFB-C88832A8C970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90600401" sldId="497"/>
            <ac:spMk id="11" creationId="{17051BB9-585F-D2C2-9FB1-6802DD79A159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90600401" sldId="497"/>
            <ac:spMk id="12" creationId="{A46CFF61-F905-0C55-DDC9-9C06B647EA94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90600401" sldId="497"/>
            <ac:spMk id="13" creationId="{9E5CBA4B-2190-3A88-542E-688750A3AEFB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90600401" sldId="497"/>
            <ac:spMk id="14" creationId="{5B8BD78E-7BA7-E1A6-3C2F-05EA70A90A4B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90600401" sldId="497"/>
            <ac:spMk id="15" creationId="{43B5391D-05BF-EC1C-EE1F-DAB96CF08185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251172492" sldId="498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251172492" sldId="498"/>
            <ac:spMk id="4" creationId="{45E991FB-728D-984A-8A4E-957C681E7A6A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51172492" sldId="498"/>
            <ac:spMk id="5" creationId="{A82B4B15-6128-434C-8115-B4AABE96DA31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51172492" sldId="498"/>
            <ac:spMk id="6" creationId="{DEA2DD58-4AB4-470E-B359-13E9EEC1BE7C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51172492" sldId="498"/>
            <ac:spMk id="7" creationId="{4716EDB7-2A45-DB6B-1095-3BB14B92CEE2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51172492" sldId="498"/>
            <ac:spMk id="8" creationId="{762ADEE6-09E8-24DA-674D-9EA89AF1016B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51172492" sldId="498"/>
            <ac:spMk id="9" creationId="{2F0A33EB-DD40-C097-7D66-9D3F5D27F65F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51172492" sldId="498"/>
            <ac:spMk id="10" creationId="{67162B57-A084-74FD-F083-0EC376172FBD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51172492" sldId="498"/>
            <ac:spMk id="11" creationId="{AD6512D2-6BC8-E7D9-34D5-24AF0BDC07F0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51172492" sldId="498"/>
            <ac:spMk id="12" creationId="{5205EBB3-CD71-0002-0A41-3CFA57D9AE7C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2585164842" sldId="499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2585164842" sldId="499"/>
            <ac:spMk id="4" creationId="{5A308487-E801-5A42-96CB-6EDA0D0F016A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585164842" sldId="499"/>
            <ac:spMk id="5" creationId="{7DB789AB-0DB8-E346-BDDC-E16B671FCA49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585164842" sldId="499"/>
            <ac:spMk id="6" creationId="{61871972-CB6A-43B1-B698-9C2928054335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585164842" sldId="499"/>
            <ac:spMk id="7" creationId="{AAD62305-1577-2082-5812-FE04C3CAEE73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585164842" sldId="499"/>
            <ac:spMk id="8" creationId="{8AD1D9BE-B05A-D734-84EB-B66B3E313E6C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585164842" sldId="499"/>
            <ac:spMk id="9" creationId="{76C858CD-86C0-E003-8155-DA29BCBDFD7F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585164842" sldId="499"/>
            <ac:spMk id="10" creationId="{27CC995A-BF77-BAF7-750A-013600ADC19C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585164842" sldId="499"/>
            <ac:spMk id="11" creationId="{C140D895-4E2F-63A4-02E3-4E3038AD9CAA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585164842" sldId="499"/>
            <ac:spMk id="12" creationId="{F3C808F5-EC72-DCDC-6F1A-BF345EB6A8CF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2841134117" sldId="500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2841134117" sldId="500"/>
            <ac:spMk id="4" creationId="{BF46A501-468E-7D44-95F2-BDAD6AD5C97B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841134117" sldId="500"/>
            <ac:spMk id="5" creationId="{9C9D1BF2-9D8B-794F-A0C2-F0C54EFE6F7A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841134117" sldId="500"/>
            <ac:spMk id="7" creationId="{83FF8DA9-BB1A-4DED-B2EB-7FA84CABA1F5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841134117" sldId="500"/>
            <ac:spMk id="9" creationId="{917906B9-6DEE-13E5-D0D5-664721529C70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841134117" sldId="500"/>
            <ac:spMk id="11" creationId="{5F459074-39BF-B674-F0FD-44A07AA47C4C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841134117" sldId="500"/>
            <ac:spMk id="12" creationId="{57DB3784-0490-DC24-7523-2E9FD4DA65F2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841134117" sldId="500"/>
            <ac:spMk id="13" creationId="{419AE21D-EAB9-F28D-3602-55989426008C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841134117" sldId="500"/>
            <ac:spMk id="14" creationId="{B5F65590-32D3-B23E-8BF6-2255C21E750C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841134117" sldId="500"/>
            <ac:spMk id="15" creationId="{023D4DC4-568C-D15D-FC30-1DEEB3665873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1677878597" sldId="501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1677878597" sldId="501"/>
            <ac:spMk id="4" creationId="{09BC3A8F-17EB-6445-BB59-0A95454FCBFB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677878597" sldId="501"/>
            <ac:spMk id="5" creationId="{7E972F8F-A737-3C48-95FE-E55703CE698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677878597" sldId="501"/>
            <ac:spMk id="7" creationId="{5D388006-D86E-43C8-931E-77F565B4A00F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677878597" sldId="501"/>
            <ac:spMk id="8" creationId="{7FD106F9-9C4A-4EF3-E452-9E23B850C266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677878597" sldId="501"/>
            <ac:spMk id="9" creationId="{F7AAB81B-200B-FA40-9F65-E1AD0E313F89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677878597" sldId="501"/>
            <ac:spMk id="10" creationId="{44ADD9A1-E7E3-4D02-9188-09EBC400297C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677878597" sldId="501"/>
            <ac:spMk id="11" creationId="{BB54AAEA-C1F8-5A81-E03D-80573EEAD7A2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677878597" sldId="501"/>
            <ac:spMk id="12" creationId="{C6EDC4E6-C054-AF78-E9EB-44DC7ED87339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677878597" sldId="501"/>
            <ac:spMk id="13" creationId="{11BCD11E-5AAD-0C79-EF52-343597C97F87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3161116584" sldId="502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3161116584" sldId="502"/>
            <ac:spMk id="4" creationId="{87970784-5338-0C44-AA37-9C476F3EE768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161116584" sldId="502"/>
            <ac:spMk id="5" creationId="{6AD1AA48-D9EB-A847-ACC7-C14B8A251E9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161116584" sldId="502"/>
            <ac:spMk id="6" creationId="{FDF04A0C-947E-42A9-B3C1-7DD0AB5BD4BD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161116584" sldId="502"/>
            <ac:spMk id="7" creationId="{6B272224-2D2D-A8DC-D56C-721A87697835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161116584" sldId="502"/>
            <ac:spMk id="8" creationId="{9B7AD442-7117-F6FA-787D-B7F452CA7FC6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161116584" sldId="502"/>
            <ac:spMk id="9" creationId="{2E96D082-C3CC-C6E2-1764-ECA377CC0DAE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161116584" sldId="502"/>
            <ac:spMk id="10" creationId="{DD6CD1A8-3D57-760C-D6E1-2A741066B198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161116584" sldId="502"/>
            <ac:spMk id="11" creationId="{7BD7AE59-7150-52E4-99A0-4DEE49063598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161116584" sldId="502"/>
            <ac:spMk id="12" creationId="{76FF7FC3-7CDF-A8CD-6A2E-6DEDA579AF50}"/>
          </ac:spMkLst>
        </pc:spChg>
      </pc:sldChg>
      <pc:sldChg chg="addSp delSp modSp modNotesTx">
        <pc:chgData name="Marco Pavone" userId="614fc057-48e4-49a1-a143-71473b5022f3" providerId="ADAL" clId="{85493198-F5A1-D84A-A2CA-FD6227E497BA}" dt="2025-04-14T02:09:18.533" v="220"/>
        <pc:sldMkLst>
          <pc:docMk/>
          <pc:sldMk cId="2688572493" sldId="503"/>
        </pc:sldMkLst>
        <pc:spChg chg="mod">
          <ac:chgData name="Marco Pavone" userId="614fc057-48e4-49a1-a143-71473b5022f3" providerId="ADAL" clId="{85493198-F5A1-D84A-A2CA-FD6227E497BA}" dt="2025-04-13T19:14:07.346" v="107" actId="20577"/>
          <ac:spMkLst>
            <pc:docMk/>
            <pc:sldMk cId="2688572493" sldId="503"/>
            <ac:spMk id="3" creationId="{0A595498-55AF-8C4F-951F-82534CE98337}"/>
          </ac:spMkLst>
        </pc:spChg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2688572493" sldId="503"/>
            <ac:spMk id="4" creationId="{33311B0C-39DC-1749-9F45-1685E9DCD0CC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688572493" sldId="503"/>
            <ac:spMk id="5" creationId="{9D1D32DF-D171-9740-B2D0-A6EB53FB466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688572493" sldId="503"/>
            <ac:spMk id="6" creationId="{C5A0FF41-6FA1-4505-B012-32E3666546AE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688572493" sldId="503"/>
            <ac:spMk id="7" creationId="{55DB07AC-4A60-DFC2-3D1D-A2534BD26710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688572493" sldId="503"/>
            <ac:spMk id="8" creationId="{8C3E4F10-8800-637F-9184-1096D7CF3B32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688572493" sldId="503"/>
            <ac:spMk id="9" creationId="{0D533202-BB3F-FD61-A689-008CEF9B659A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688572493" sldId="503"/>
            <ac:spMk id="10" creationId="{9038B51E-81EC-A877-FF61-37E18755E888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688572493" sldId="503"/>
            <ac:spMk id="11" creationId="{35B262BC-F21A-1FF5-B4CA-8AC31B28B9AC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688572493" sldId="503"/>
            <ac:spMk id="12" creationId="{3181A524-BD2A-903B-6607-43479C33E905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517564522" sldId="504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517564522" sldId="504"/>
            <ac:spMk id="4" creationId="{BF46A501-468E-7D44-95F2-BDAD6AD5C97B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517564522" sldId="504"/>
            <ac:spMk id="5" creationId="{9C9D1BF2-9D8B-794F-A0C2-F0C54EFE6F7A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517564522" sldId="504"/>
            <ac:spMk id="6" creationId="{79F1DDC2-C938-4209-9D53-9ABD80B0D34D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517564522" sldId="504"/>
            <ac:spMk id="7" creationId="{85921A8A-0406-84A2-B64A-58C513E55AE1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517564522" sldId="504"/>
            <ac:spMk id="9" creationId="{D416C1BE-99CD-FF91-CAE2-8DF2DB50B3B0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517564522" sldId="504"/>
            <ac:spMk id="10" creationId="{13876FEB-9B63-6B15-62F7-A9BF36C3E989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517564522" sldId="504"/>
            <ac:spMk id="11" creationId="{6856F103-0714-DEF3-F89F-13EB0CED6960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517564522" sldId="504"/>
            <ac:spMk id="12" creationId="{98689432-749A-D3BE-F409-7C41886DAC91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517564522" sldId="504"/>
            <ac:spMk id="13" creationId="{F104B601-CD34-7C4C-3929-AE05425B2A6A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2118912681" sldId="505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2118912681" sldId="505"/>
            <ac:spMk id="4" creationId="{09BC3A8F-17EB-6445-BB59-0A95454FCBFB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118912681" sldId="505"/>
            <ac:spMk id="5" creationId="{7E972F8F-A737-3C48-95FE-E55703CE698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118912681" sldId="505"/>
            <ac:spMk id="7" creationId="{A9B0B6A0-EC5E-4492-8118-B5F0D8C387D9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118912681" sldId="505"/>
            <ac:spMk id="8" creationId="{CFC96DA6-5398-AA96-84E2-3BAEE9D5EFC2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118912681" sldId="505"/>
            <ac:spMk id="9" creationId="{7A9CB653-8920-F0E9-99A7-647B500459C1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118912681" sldId="505"/>
            <ac:spMk id="10" creationId="{53EE49A2-D803-7BAE-39E9-5D0A0409B22A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118912681" sldId="505"/>
            <ac:spMk id="11" creationId="{9DB80244-8892-204B-464E-691907F82885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118912681" sldId="505"/>
            <ac:spMk id="12" creationId="{E654DDB9-7F01-9815-B070-EF74F2646096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118912681" sldId="505"/>
            <ac:spMk id="13" creationId="{E66FA51D-FD56-B01F-4D8F-E8FC2A54B991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3960784806" sldId="548"/>
        </pc:sldMkLst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960784806" sldId="548"/>
            <ac:spMk id="3" creationId="{2F3C3304-C2AF-CBD9-FDA4-07A9AC4A5E59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960784806" sldId="548"/>
            <ac:spMk id="4" creationId="{831B0CB0-9C0E-3E47-E9AD-A1BF977B2DAD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960784806" sldId="548"/>
            <ac:spMk id="5" creationId="{6B911A69-C4B0-7BFB-28A2-7E032332F59E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960784806" sldId="548"/>
            <ac:spMk id="6" creationId="{4F1BEE86-D109-FA2E-0B9E-79DFA0ED8089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960784806" sldId="548"/>
            <ac:spMk id="7" creationId="{859BEBE4-5431-ACBB-4A75-C82F478E678B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960784806" sldId="548"/>
            <ac:spMk id="8" creationId="{118244CE-C422-257B-6467-079AB72D829A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960784806" sldId="548"/>
            <ac:spMk id="59" creationId="{03111BFD-E9DD-3F4A-B02F-D91E4EDE2C07}"/>
          </ac:spMkLst>
        </pc:spChg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3960784806" sldId="548"/>
            <ac:spMk id="61" creationId="{F1D8B968-149E-A741-A169-FDBA9B5EF39E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960784806" sldId="548"/>
            <ac:spMk id="63" creationId="{7D231825-85FB-494F-91E3-F641764C75FD}"/>
          </ac:spMkLst>
        </pc:spChg>
      </pc:sldChg>
      <pc:sldChg chg="addSp delSp modSp mod">
        <pc:chgData name="Marco Pavone" userId="614fc057-48e4-49a1-a143-71473b5022f3" providerId="ADAL" clId="{85493198-F5A1-D84A-A2CA-FD6227E497BA}" dt="2025-04-14T02:09:18.533" v="220"/>
        <pc:sldMkLst>
          <pc:docMk/>
          <pc:sldMk cId="3352044961" sldId="571"/>
        </pc:sldMkLst>
        <pc:spChg chg="mod">
          <ac:chgData name="Marco Pavone" userId="614fc057-48e4-49a1-a143-71473b5022f3" providerId="ADAL" clId="{85493198-F5A1-D84A-A2CA-FD6227E497BA}" dt="2025-04-13T18:26:51.727" v="1" actId="20577"/>
          <ac:spMkLst>
            <pc:docMk/>
            <pc:sldMk cId="3352044961" sldId="571"/>
            <ac:spMk id="3" creationId="{7DE306CE-7DCD-D844-BF40-5E3951848DD0}"/>
          </ac:spMkLst>
        </pc:spChg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3352044961" sldId="571"/>
            <ac:spMk id="4" creationId="{5AD445EE-3F60-4A08-9046-8AAAA4F9DE15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352044961" sldId="571"/>
            <ac:spMk id="5" creationId="{12B7F00A-CEB8-FC42-80B5-5369B90ADCBA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352044961" sldId="571"/>
            <ac:spMk id="6" creationId="{25152498-D0A0-43DA-93F0-08C323714002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352044961" sldId="571"/>
            <ac:spMk id="13" creationId="{88EE6D85-708F-84E7-CA3D-5C5DE1FF071C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352044961" sldId="571"/>
            <ac:spMk id="14" creationId="{6D4E7E37-BAF0-12AB-8ABF-58B4BC3BA20B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352044961" sldId="571"/>
            <ac:spMk id="15" creationId="{EE763FE5-470D-6569-3648-8380C2FFD9B6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352044961" sldId="571"/>
            <ac:spMk id="16" creationId="{C343F016-109D-723B-0709-2F0CB691C213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352044961" sldId="571"/>
            <ac:spMk id="17" creationId="{B6539A18-80E0-1D04-EC58-551E2443D488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352044961" sldId="571"/>
            <ac:spMk id="18" creationId="{02798795-F6A6-FD51-387E-50CFF108D7FF}"/>
          </ac:spMkLst>
        </pc:spChg>
      </pc:sldChg>
      <pc:sldChg chg="addSp delSp modSp modNotesTx">
        <pc:chgData name="Marco Pavone" userId="614fc057-48e4-49a1-a143-71473b5022f3" providerId="ADAL" clId="{85493198-F5A1-D84A-A2CA-FD6227E497BA}" dt="2025-04-14T02:09:18.533" v="220"/>
        <pc:sldMkLst>
          <pc:docMk/>
          <pc:sldMk cId="305125329" sldId="576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305125329" sldId="576"/>
            <ac:spMk id="4" creationId="{B1EF10E1-A153-257B-00C6-E5A18059AEF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05125329" sldId="576"/>
            <ac:spMk id="5" creationId="{8CDD656F-A984-E6BE-8769-3CB031F3BE18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05125329" sldId="576"/>
            <ac:spMk id="6" creationId="{E46E1D90-73A7-197E-E0A8-D4C8D80CC7FA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05125329" sldId="576"/>
            <ac:spMk id="7" creationId="{23BC34B4-7359-A4B4-24DA-F274CFF53DD7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05125329" sldId="576"/>
            <ac:spMk id="8" creationId="{D586DE22-EED3-9B0A-DB2E-A3F468A0B7B0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05125329" sldId="576"/>
            <ac:spMk id="9" creationId="{7EC7BE5B-2BBB-3E9C-94AD-2B8CAE59982C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05125329" sldId="576"/>
            <ac:spMk id="10" creationId="{335CF75C-7F31-DF7D-D69B-B56E280AB861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05125329" sldId="576"/>
            <ac:spMk id="11" creationId="{085DC181-23FA-648D-0FF6-E9EAFE0A0C9A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05125329" sldId="576"/>
            <ac:spMk id="12" creationId="{BB77AEB9-C2EE-FC4E-120E-23404CD01AB6}"/>
          </ac:spMkLst>
        </pc:spChg>
      </pc:sldChg>
      <pc:sldChg chg="addSp delSp modSp modNotesTx">
        <pc:chgData name="Marco Pavone" userId="614fc057-48e4-49a1-a143-71473b5022f3" providerId="ADAL" clId="{85493198-F5A1-D84A-A2CA-FD6227E497BA}" dt="2025-04-14T02:09:18.533" v="220"/>
        <pc:sldMkLst>
          <pc:docMk/>
          <pc:sldMk cId="3992494171" sldId="577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3992494171" sldId="577"/>
            <ac:spMk id="4" creationId="{B1EF10E1-A153-257B-00C6-E5A18059AEF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992494171" sldId="577"/>
            <ac:spMk id="5" creationId="{8CDD656F-A984-E6BE-8769-3CB031F3BE18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3992494171" sldId="577"/>
            <ac:spMk id="6" creationId="{E46E1D90-73A7-197E-E0A8-D4C8D80CC7FA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992494171" sldId="577"/>
            <ac:spMk id="8" creationId="{5AEAEA3A-100A-71FC-DC28-256FB09E6C5E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992494171" sldId="577"/>
            <ac:spMk id="9" creationId="{A0907D13-7E9C-9641-B2A9-BBD35D11D10A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3992494171" sldId="577"/>
            <ac:spMk id="10" creationId="{4E4A2A37-6AE8-A261-FCBA-8D73B0CC4BEB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992494171" sldId="577"/>
            <ac:spMk id="11" creationId="{35DBD8A6-6857-E323-1B2B-A6971101EE53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992494171" sldId="577"/>
            <ac:spMk id="12" creationId="{A149F5B0-8827-B8CA-F609-8CBCD252A1D0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3992494171" sldId="577"/>
            <ac:spMk id="13" creationId="{FFE7D1FB-8299-7BAD-3408-0509FFB61511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1479610164" sldId="579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1479610164" sldId="579"/>
            <ac:spMk id="4" creationId="{B1EF10E1-A153-257B-00C6-E5A18059AEF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479610164" sldId="579"/>
            <ac:spMk id="5" creationId="{8CDD656F-A984-E6BE-8769-3CB031F3BE18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479610164" sldId="579"/>
            <ac:spMk id="6" creationId="{E46E1D90-73A7-197E-E0A8-D4C8D80CC7FA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479610164" sldId="579"/>
            <ac:spMk id="7" creationId="{28540282-712E-10C6-7DC5-F3CDEDC92E92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479610164" sldId="579"/>
            <ac:spMk id="9" creationId="{A465D2CE-5CA9-410B-2BF6-C374D239F79C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479610164" sldId="579"/>
            <ac:spMk id="10" creationId="{7C3BCA8C-B6F7-941F-8D4F-3A8EE0D412AE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479610164" sldId="579"/>
            <ac:spMk id="11" creationId="{712B82E1-B8E2-D4E1-13E5-651D21780BD0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479610164" sldId="579"/>
            <ac:spMk id="12" creationId="{C265F223-C86A-3DC4-FEEA-5A10D118D890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479610164" sldId="579"/>
            <ac:spMk id="13" creationId="{2E27668A-A089-086D-5B1D-DAEE315753FC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157415201" sldId="580"/>
        </pc:sldMkLst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57415201" sldId="580"/>
            <ac:spMk id="3" creationId="{B3798DFF-1014-0440-7AC0-415A08E492CA}"/>
          </ac:spMkLst>
        </pc:spChg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157415201" sldId="580"/>
            <ac:spMk id="4" creationId="{B1EF10E1-A153-257B-00C6-E5A18059AEF6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57415201" sldId="580"/>
            <ac:spMk id="5" creationId="{8CDD656F-A984-E6BE-8769-3CB031F3BE18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157415201" sldId="580"/>
            <ac:spMk id="6" creationId="{E46E1D90-73A7-197E-E0A8-D4C8D80CC7FA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57415201" sldId="580"/>
            <ac:spMk id="7" creationId="{0C355AB3-92D3-A59C-363D-FF3819C159AC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157415201" sldId="580"/>
            <ac:spMk id="8" creationId="{77143905-7D36-CD2D-7C98-2D9FD70455DE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57415201" sldId="580"/>
            <ac:spMk id="10" creationId="{37A92A44-E993-880C-FED7-C8482BE95492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57415201" sldId="580"/>
            <ac:spMk id="11" creationId="{99F41ACF-41CD-C89F-E324-D446529B41C8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157415201" sldId="580"/>
            <ac:spMk id="12" creationId="{485D08E5-1390-11E3-E8ED-49F6AA569FDE}"/>
          </ac:spMkLst>
        </pc:spChg>
        <pc:spChg chg="mod">
          <ac:chgData name="Marco Pavone" userId="614fc057-48e4-49a1-a143-71473b5022f3" providerId="ADAL" clId="{85493198-F5A1-D84A-A2CA-FD6227E497BA}" dt="2025-04-13T18:40:09.362" v="2" actId="20577"/>
          <ac:spMkLst>
            <pc:docMk/>
            <pc:sldMk cId="157415201" sldId="580"/>
            <ac:spMk id="13" creationId="{2272EB36-C042-C153-7BBB-54AB4F2BE11E}"/>
          </ac:spMkLst>
        </pc:spChg>
      </pc:sldChg>
      <pc:sldChg chg="addSp delSp modSp">
        <pc:chgData name="Marco Pavone" userId="614fc057-48e4-49a1-a143-71473b5022f3" providerId="ADAL" clId="{85493198-F5A1-D84A-A2CA-FD6227E497BA}" dt="2025-04-14T02:09:18.533" v="220"/>
        <pc:sldMkLst>
          <pc:docMk/>
          <pc:sldMk cId="2755241734" sldId="582"/>
        </pc:sldMkLst>
        <pc:spChg chg="del">
          <ac:chgData name="Marco Pavone" userId="614fc057-48e4-49a1-a143-71473b5022f3" providerId="ADAL" clId="{85493198-F5A1-D84A-A2CA-FD6227E497BA}" dt="2025-04-14T02:08:31.518" v="217"/>
          <ac:spMkLst>
            <pc:docMk/>
            <pc:sldMk cId="2755241734" sldId="582"/>
            <ac:spMk id="4" creationId="{EACF6BAE-6A00-4A06-9084-0584442DE385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755241734" sldId="582"/>
            <ac:spMk id="5" creationId="{17C0ED6E-5D11-0345-A155-2ADADBDCC5CA}"/>
          </ac:spMkLst>
        </pc:spChg>
        <pc:spChg chg="del">
          <ac:chgData name="Marco Pavone" userId="614fc057-48e4-49a1-a143-71473b5022f3" providerId="ADAL" clId="{85493198-F5A1-D84A-A2CA-FD6227E497BA}" dt="2025-04-14T02:08:08.765" v="216"/>
          <ac:spMkLst>
            <pc:docMk/>
            <pc:sldMk cId="2755241734" sldId="582"/>
            <ac:spMk id="6" creationId="{4A938BD2-076B-4E1B-8F1C-D4F1B37C5458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755241734" sldId="582"/>
            <ac:spMk id="7" creationId="{58EB0A95-AE80-70D4-941E-72EB5B81E8E6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755241734" sldId="582"/>
            <ac:spMk id="8" creationId="{77DCAD66-908C-D64C-ACA8-72CBB7C07D56}"/>
          </ac:spMkLst>
        </pc:spChg>
        <pc:spChg chg="add del mod">
          <ac:chgData name="Marco Pavone" userId="614fc057-48e4-49a1-a143-71473b5022f3" providerId="ADAL" clId="{85493198-F5A1-D84A-A2CA-FD6227E497BA}" dt="2025-04-14T02:09:02.180" v="219"/>
          <ac:spMkLst>
            <pc:docMk/>
            <pc:sldMk cId="2755241734" sldId="582"/>
            <ac:spMk id="9" creationId="{8A57F793-C7DF-D44C-F69F-521EE74E26EA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755241734" sldId="582"/>
            <ac:spMk id="10" creationId="{50DD416E-FCAC-132D-7922-0A269E799C7B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755241734" sldId="582"/>
            <ac:spMk id="11" creationId="{B8AAD486-855B-C845-D381-F0D717D99FBE}"/>
          </ac:spMkLst>
        </pc:spChg>
        <pc:spChg chg="add mod">
          <ac:chgData name="Marco Pavone" userId="614fc057-48e4-49a1-a143-71473b5022f3" providerId="ADAL" clId="{85493198-F5A1-D84A-A2CA-FD6227E497BA}" dt="2025-04-14T02:09:18.533" v="220"/>
          <ac:spMkLst>
            <pc:docMk/>
            <pc:sldMk cId="2755241734" sldId="582"/>
            <ac:spMk id="12" creationId="{4B584C7A-55B6-E70E-2545-A3AB0C64411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4/13/25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2747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4051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\delta J is linear in \delta u and the higher-order terms approach zero as the norm of \delta u approaches zero.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if the control were unbounded, we could use the linearity of \delta J with respect to \delta  u , and the fact that \delta  u can vary arbitrarily to show that a necessary condition for u* to be an extremal control is that the variation \delta J (u * , \delta  u) must be zero for all admissible \delta  u having a sufficiently small norm.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58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An analogous result exists for calculus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1247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state variable constraints?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2707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331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optimal control to obtain minimum-time response is maximum effort throughout the interval of operation.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9198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27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5270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95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5265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sec </a:t>
            </a:r>
            <a:r>
              <a:rPr lang="en-US" dirty="0" err="1"/>
              <a:t>ond</a:t>
            </a:r>
            <a:r>
              <a:rPr lang="en-US" dirty="0"/>
              <a:t> example, Our conclusion is that if </a:t>
            </a:r>
            <a:r>
              <a:rPr lang="en-US" dirty="0" err="1"/>
              <a:t>tf</a:t>
            </a:r>
            <a:r>
              <a:rPr lang="en-US" dirty="0"/>
              <a:t>  is free an optimal control does not exist-given any candidate for an optimal control, it is always possible to find a control that transfers the system to the zero state with less fuel.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279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Shooting Method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Treats the problem like an </a:t>
            </a:r>
            <a:r>
              <a:rPr lang="en-US" b="1" dirty="0"/>
              <a:t>initial value problem (IVP)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You guess the unknown initial values (usually co-states) and </a:t>
            </a:r>
            <a:r>
              <a:rPr lang="en-US" b="1" dirty="0"/>
              <a:t>integrate forward in time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Then you adjust your guess until you hit the terminal boundary conditions.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Collocation Method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Approximates the state and control trajectories using </a:t>
            </a:r>
            <a:r>
              <a:rPr lang="en-US" b="1" dirty="0"/>
              <a:t>basis functions</a:t>
            </a:r>
            <a:r>
              <a:rPr lang="en-US" dirty="0"/>
              <a:t> (e.g., polynomials).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Enforces the dynamics and boundary conditions at selected </a:t>
            </a:r>
            <a:r>
              <a:rPr lang="en-US" b="1" dirty="0"/>
              <a:t>collocation points</a:t>
            </a:r>
            <a:r>
              <a:rPr lang="en-US" dirty="0"/>
              <a:t> (discrete time points).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Solves everything as a </a:t>
            </a:r>
            <a:r>
              <a:rPr lang="en-US" b="1" dirty="0"/>
              <a:t>large nonlinear optimization problem</a:t>
            </a:r>
            <a:r>
              <a:rPr lang="en-US" dirty="0"/>
              <a:t> (often using NLP solvers).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2194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Fun: </a:t>
            </a:r>
            <a:r>
              <a:rPr lang="en-US" b="0" i="0" dirty="0">
                <a:solidFill>
                  <a:srgbClr val="222832"/>
                </a:solidFill>
                <a:effectLst/>
                <a:latin typeface="-apple-system"/>
              </a:rPr>
              <a:t>Right-hand side of the system.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Bc</a:t>
            </a:r>
            <a:r>
              <a:rPr lang="en-US" dirty="0"/>
              <a:t>: </a:t>
            </a:r>
            <a:r>
              <a:rPr lang="en-US" b="0" i="0" dirty="0">
                <a:solidFill>
                  <a:srgbClr val="222832"/>
                </a:solidFill>
                <a:effectLst/>
                <a:latin typeface="-apple-system"/>
              </a:rPr>
              <a:t>Function evaluating residuals of the boundary conditions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22832"/>
                </a:solidFill>
                <a:effectLst/>
                <a:latin typeface="-apple-system"/>
              </a:rPr>
              <a:t>t: Initial mesh. Must be a strictly increasing sequence of real numbers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22832"/>
                </a:solidFill>
                <a:effectLst/>
                <a:latin typeface="-apple-system"/>
              </a:rPr>
              <a:t>Z: Initial guess for the function values at the mesh nodes,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4820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Add:</a:t>
            </a:r>
          </a:p>
          <a:p>
            <a:pPr marL="171450" indent="-171450">
              <a:buFontTx/>
              <a:buChar char="-"/>
            </a:pPr>
            <a:r>
              <a:rPr lang="en-US" dirty="0"/>
              <a:t>Indirect methods translates into solving TPBVP</a:t>
            </a:r>
          </a:p>
          <a:p>
            <a:pPr marL="171450" indent="-171450">
              <a:buFontTx/>
              <a:buChar char="-"/>
            </a:pPr>
            <a:r>
              <a:rPr lang="en-US" dirty="0"/>
              <a:t>Explain Python notation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TPBVP simple example</a:t>
            </a:r>
          </a:p>
          <a:p>
            <a:pPr marL="171450" indent="-171450">
              <a:buFontTx/>
              <a:buChar char="-"/>
            </a:pPr>
            <a:r>
              <a:rPr lang="en-US" dirty="0"/>
              <a:t>Time reformulation (and ref to paper)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9178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Add:</a:t>
            </a:r>
          </a:p>
          <a:p>
            <a:pPr marL="171450" indent="-171450">
              <a:buFontTx/>
              <a:buChar char="-"/>
            </a:pPr>
            <a:r>
              <a:rPr lang="en-US" dirty="0"/>
              <a:t>Indirect methods translates into solving TPBVP</a:t>
            </a:r>
          </a:p>
          <a:p>
            <a:pPr marL="171450" indent="-171450">
              <a:buFontTx/>
              <a:buChar char="-"/>
            </a:pPr>
            <a:r>
              <a:rPr lang="en-US" dirty="0"/>
              <a:t>Explain Python notation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TPBVP simple example</a:t>
            </a:r>
          </a:p>
          <a:p>
            <a:pPr marL="171450" indent="-171450">
              <a:buFontTx/>
              <a:buChar char="-"/>
            </a:pPr>
            <a:r>
              <a:rPr lang="en-US" dirty="0"/>
              <a:t>Time reformulation (and ref to paper)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991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8ACB5-20B5-BD42-8AA1-9F178B001405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5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AF006457-61FA-F44C-84BF-F7FC618AF027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5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ECA8D-496A-D240-94D7-D4E99D760162}" type="datetime1">
              <a:rPr lang="en-US" smtClean="0"/>
              <a:t>4/13/25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8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C9B9E-E89E-4540-ACEA-012D530ED6B8}" type="datetime1">
              <a:rPr lang="en-US" smtClean="0"/>
              <a:t>4/13/25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6C28-4B8D-8142-863E-B6DC2F71F317}" type="datetime1">
              <a:rPr lang="en-US" smtClean="0"/>
              <a:t>4/13/25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3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3356-A8B4-CE48-8262-8222B016EF8F}" type="datetime1">
              <a:rPr lang="en-US" smtClean="0"/>
              <a:t>4/13/25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37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1E0E6-2046-6B47-B02C-A227E242634E}" type="datetime1">
              <a:rPr lang="en-US" smtClean="0"/>
              <a:t>4/13/25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30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3231D-088A-6740-A596-8731D31BDFAC}" type="datetime1">
              <a:rPr lang="en-US" smtClean="0"/>
              <a:t>4/13/25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5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B8A35-731A-814C-9D5A-B86AA37B4721}" type="datetime1">
              <a:rPr lang="en-US" smtClean="0"/>
              <a:t>4/13/25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8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7059A-AFE0-AD4B-BE8E-5E8950C1E14D}" type="datetime1">
              <a:rPr lang="en-US" smtClean="0"/>
              <a:t>4/13/25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3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5CFB-C96B-4C42-99B7-02D3035D5640}" type="datetime1">
              <a:rPr lang="en-US" smtClean="0"/>
              <a:t>4/13/25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2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3919-A12E-BE43-828F-DF21F4F7D9B1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5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>
            <a:normAutofit/>
          </a:bodyPr>
          <a:lstStyle/>
          <a:p>
            <a:r>
              <a:rPr lang="en-US" sz="4800"/>
              <a:t>AA203</a:t>
            </a:r>
            <a:br>
              <a:rPr lang="en-US" sz="4800"/>
            </a:br>
            <a:r>
              <a:rPr lang="en-US" sz="4800"/>
              <a:t>Optimal and Learning-based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Pontryagin’s</a:t>
            </a:r>
            <a:r>
              <a:rPr lang="en-US" dirty="0"/>
              <a:t> Minimum Principle (PMP);</a:t>
            </a:r>
            <a:br>
              <a:rPr lang="en-US" dirty="0"/>
            </a:br>
            <a:r>
              <a:rPr lang="en-US" dirty="0"/>
              <a:t>computational methods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45F41-8626-064F-94B0-1AEE04E0B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Roadmap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2102A20-2B85-AA49-B1B2-B2BD20529B3B}"/>
              </a:ext>
            </a:extLst>
          </p:cNvPr>
          <p:cNvGrpSpPr/>
          <p:nvPr/>
        </p:nvGrpSpPr>
        <p:grpSpPr>
          <a:xfrm>
            <a:off x="266696" y="3646326"/>
            <a:ext cx="5829304" cy="2484161"/>
            <a:chOff x="266696" y="3646326"/>
            <a:chExt cx="5829304" cy="2484161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E190DCF-50AC-E54D-9D82-6A94A8719F8B}"/>
                </a:ext>
              </a:extLst>
            </p:cNvPr>
            <p:cNvSpPr/>
            <p:nvPr/>
          </p:nvSpPr>
          <p:spPr>
            <a:xfrm>
              <a:off x="1303564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Open-loop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2653F64-F88A-B540-B01F-A17D2B669F49}"/>
                </a:ext>
              </a:extLst>
            </p:cNvPr>
            <p:cNvSpPr/>
            <p:nvPr/>
          </p:nvSpPr>
          <p:spPr>
            <a:xfrm>
              <a:off x="26669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Indirect methods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73E72EE-04D4-CC4A-AC49-3780F353E45C}"/>
                </a:ext>
              </a:extLst>
            </p:cNvPr>
            <p:cNvSpPr/>
            <p:nvPr/>
          </p:nvSpPr>
          <p:spPr>
            <a:xfrm>
              <a:off x="2390055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</a:t>
              </a:r>
            </a:p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methods</a:t>
              </a:r>
            </a:p>
          </p:txBody>
        </p:sp>
        <p:cxnSp>
          <p:nvCxnSpPr>
            <p:cNvPr id="68" name="Elbow Connector 67">
              <a:extLst>
                <a:ext uri="{FF2B5EF4-FFF2-40B4-BE49-F238E27FC236}">
                  <a16:creationId xmlns:a16="http://schemas.microsoft.com/office/drawing/2014/main" id="{8F620346-E2CB-F04C-BF3C-C54B914EEBA2}"/>
                </a:ext>
              </a:extLst>
            </p:cNvPr>
            <p:cNvCxnSpPr>
              <a:cxnSpLocks/>
              <a:stCxn id="94" idx="2"/>
              <a:endCxn id="65" idx="0"/>
            </p:cNvCxnSpPr>
            <p:nvPr/>
          </p:nvCxnSpPr>
          <p:spPr>
            <a:xfrm rot="5400000">
              <a:off x="3908558" y="1947568"/>
              <a:ext cx="488684" cy="3886200"/>
            </a:xfrm>
            <a:prstGeom prst="bentConnector3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Elbow Connector 68">
              <a:extLst>
                <a:ext uri="{FF2B5EF4-FFF2-40B4-BE49-F238E27FC236}">
                  <a16:creationId xmlns:a16="http://schemas.microsoft.com/office/drawing/2014/main" id="{302246DB-B0A1-844C-B1CD-3E214BDE25FC}"/>
                </a:ext>
              </a:extLst>
            </p:cNvPr>
            <p:cNvCxnSpPr>
              <a:cxnSpLocks/>
              <a:stCxn id="65" idx="2"/>
              <a:endCxn id="66" idx="0"/>
            </p:cNvCxnSpPr>
            <p:nvPr/>
          </p:nvCxnSpPr>
          <p:spPr>
            <a:xfrm rot="5400000">
              <a:off x="1199814" y="4614314"/>
              <a:ext cx="983105" cy="1036868"/>
            </a:xfrm>
            <a:prstGeom prst="bentConnector3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DF1A6EB4-B45E-8343-9885-901C82D85BAE}"/>
                </a:ext>
              </a:extLst>
            </p:cNvPr>
            <p:cNvCxnSpPr>
              <a:cxnSpLocks/>
              <a:stCxn id="65" idx="2"/>
              <a:endCxn id="67" idx="0"/>
            </p:cNvCxnSpPr>
            <p:nvPr/>
          </p:nvCxnSpPr>
          <p:spPr>
            <a:xfrm rot="16200000" flipH="1">
              <a:off x="2266119" y="4584876"/>
              <a:ext cx="973852" cy="1086491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7DEEA8F-1310-B844-B107-4D882C3E8D9A}"/>
              </a:ext>
            </a:extLst>
          </p:cNvPr>
          <p:cNvGrpSpPr/>
          <p:nvPr/>
        </p:nvGrpSpPr>
        <p:grpSpPr>
          <a:xfrm>
            <a:off x="6095999" y="3646326"/>
            <a:ext cx="5698672" cy="2484161"/>
            <a:chOff x="6095999" y="3646326"/>
            <a:chExt cx="5698672" cy="2484161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D19FF11-D5FC-2A42-924D-BA9910FC079D}"/>
                </a:ext>
              </a:extLst>
            </p:cNvPr>
            <p:cNvSpPr/>
            <p:nvPr/>
          </p:nvSpPr>
          <p:spPr>
            <a:xfrm>
              <a:off x="8841921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Closed-loop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38C1858-C47D-B546-84AC-D7F52AA0B3B5}"/>
                </a:ext>
              </a:extLst>
            </p:cNvPr>
            <p:cNvSpPr/>
            <p:nvPr/>
          </p:nvSpPr>
          <p:spPr>
            <a:xfrm>
              <a:off x="775606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DP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D2FC903-E7EC-9B4C-A4DE-F9707B8BD12F}"/>
                </a:ext>
              </a:extLst>
            </p:cNvPr>
            <p:cNvSpPr/>
            <p:nvPr/>
          </p:nvSpPr>
          <p:spPr>
            <a:xfrm>
              <a:off x="9982200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HJB / HJI</a:t>
              </a:r>
            </a:p>
          </p:txBody>
        </p:sp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7EB63C26-49C2-FF47-928C-4A2748E4F665}"/>
                </a:ext>
              </a:extLst>
            </p:cNvPr>
            <p:cNvCxnSpPr>
              <a:cxnSpLocks/>
              <a:stCxn id="94" idx="2"/>
              <a:endCxn id="72" idx="0"/>
            </p:cNvCxnSpPr>
            <p:nvPr/>
          </p:nvCxnSpPr>
          <p:spPr>
            <a:xfrm rot="16200000" flipH="1">
              <a:off x="7677736" y="2064589"/>
              <a:ext cx="488684" cy="3652157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254C0504-F595-9A4B-AA09-1641F193AC0A}"/>
                </a:ext>
              </a:extLst>
            </p:cNvPr>
            <p:cNvCxnSpPr>
              <a:cxnSpLocks/>
              <a:stCxn id="72" idx="2"/>
              <a:endCxn id="74" idx="0"/>
            </p:cNvCxnSpPr>
            <p:nvPr/>
          </p:nvCxnSpPr>
          <p:spPr>
            <a:xfrm rot="16200000" flipH="1">
              <a:off x="9831370" y="4557982"/>
              <a:ext cx="973852" cy="1140279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Elbow Connector 76">
              <a:extLst>
                <a:ext uri="{FF2B5EF4-FFF2-40B4-BE49-F238E27FC236}">
                  <a16:creationId xmlns:a16="http://schemas.microsoft.com/office/drawing/2014/main" id="{8324C246-3E39-B043-B453-1E870C0E62F3}"/>
                </a:ext>
              </a:extLst>
            </p:cNvPr>
            <p:cNvCxnSpPr>
              <a:cxnSpLocks/>
              <a:stCxn id="72" idx="2"/>
              <a:endCxn id="73" idx="0"/>
            </p:cNvCxnSpPr>
            <p:nvPr/>
          </p:nvCxnSpPr>
          <p:spPr>
            <a:xfrm rot="5400000">
              <a:off x="8713678" y="4589821"/>
              <a:ext cx="983105" cy="1085855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4350572-617F-F24B-BEE1-079276C8585E}"/>
              </a:ext>
            </a:extLst>
          </p:cNvPr>
          <p:cNvGrpSpPr/>
          <p:nvPr/>
        </p:nvGrpSpPr>
        <p:grpSpPr>
          <a:xfrm>
            <a:off x="3116035" y="4133085"/>
            <a:ext cx="5725886" cy="506186"/>
            <a:chOff x="3116035" y="4133085"/>
            <a:chExt cx="5725886" cy="506186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948FB1AE-2159-4141-B5C1-C34252AF5330}"/>
                </a:ext>
              </a:extLst>
            </p:cNvPr>
            <p:cNvSpPr/>
            <p:nvPr/>
          </p:nvSpPr>
          <p:spPr>
            <a:xfrm>
              <a:off x="5189764" y="4133085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MPC</a:t>
              </a:r>
            </a:p>
          </p:txBody>
        </p:sp>
        <p:cxnSp>
          <p:nvCxnSpPr>
            <p:cNvPr id="80" name="Elbow Connector 79">
              <a:extLst>
                <a:ext uri="{FF2B5EF4-FFF2-40B4-BE49-F238E27FC236}">
                  <a16:creationId xmlns:a16="http://schemas.microsoft.com/office/drawing/2014/main" id="{5B037B2B-F124-9245-9DE6-7A129395F932}"/>
                </a:ext>
              </a:extLst>
            </p:cNvPr>
            <p:cNvCxnSpPr>
              <a:cxnSpLocks/>
              <a:stCxn id="65" idx="3"/>
              <a:endCxn id="79" idx="1"/>
            </p:cNvCxnSpPr>
            <p:nvPr/>
          </p:nvCxnSpPr>
          <p:spPr>
            <a:xfrm flipV="1">
              <a:off x="3116035" y="4386178"/>
              <a:ext cx="2073729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Elbow Connector 80">
              <a:extLst>
                <a:ext uri="{FF2B5EF4-FFF2-40B4-BE49-F238E27FC236}">
                  <a16:creationId xmlns:a16="http://schemas.microsoft.com/office/drawing/2014/main" id="{63095D97-06E0-0B40-8970-291754FE67C9}"/>
                </a:ext>
              </a:extLst>
            </p:cNvPr>
            <p:cNvCxnSpPr>
              <a:cxnSpLocks/>
              <a:stCxn id="72" idx="1"/>
              <a:endCxn id="79" idx="3"/>
            </p:cNvCxnSpPr>
            <p:nvPr/>
          </p:nvCxnSpPr>
          <p:spPr>
            <a:xfrm rot="10800000">
              <a:off x="7002235" y="4386179"/>
              <a:ext cx="1839686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F9F8273-8396-1643-8CF2-71D742BDA1D2}"/>
              </a:ext>
            </a:extLst>
          </p:cNvPr>
          <p:cNvGrpSpPr/>
          <p:nvPr/>
        </p:nvGrpSpPr>
        <p:grpSpPr>
          <a:xfrm>
            <a:off x="6096000" y="1653372"/>
            <a:ext cx="2566301" cy="1325563"/>
            <a:chOff x="6096000" y="1653372"/>
            <a:chExt cx="2566301" cy="1325563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89873C4C-56E2-C648-9D89-0298B723C125}"/>
                </a:ext>
              </a:extLst>
            </p:cNvPr>
            <p:cNvSpPr/>
            <p:nvPr/>
          </p:nvSpPr>
          <p:spPr>
            <a:xfrm>
              <a:off x="6849830" y="1653372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</a:t>
              </a:r>
            </a:p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control</a:t>
              </a:r>
            </a:p>
          </p:txBody>
        </p: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5C1383A1-A3FA-1143-90E1-028DBA491743}"/>
                </a:ext>
              </a:extLst>
            </p:cNvPr>
            <p:cNvCxnSpPr>
              <a:cxnSpLocks/>
              <a:stCxn id="94" idx="0"/>
              <a:endCxn id="83" idx="1"/>
            </p:cNvCxnSpPr>
            <p:nvPr/>
          </p:nvCxnSpPr>
          <p:spPr>
            <a:xfrm rot="5400000" flipH="1" flipV="1">
              <a:off x="5936680" y="2065785"/>
              <a:ext cx="1072470" cy="753830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6E44216-4C6F-AA4D-A8DF-C7930EE8CBE3}"/>
              </a:ext>
            </a:extLst>
          </p:cNvPr>
          <p:cNvGrpSpPr/>
          <p:nvPr/>
        </p:nvGrpSpPr>
        <p:grpSpPr>
          <a:xfrm>
            <a:off x="8662301" y="1311739"/>
            <a:ext cx="2865114" cy="1264080"/>
            <a:chOff x="8215426" y="894093"/>
            <a:chExt cx="2865114" cy="126408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67952DBE-F75A-014A-95C6-410C04C44990}"/>
                </a:ext>
              </a:extLst>
            </p:cNvPr>
            <p:cNvGrpSpPr/>
            <p:nvPr/>
          </p:nvGrpSpPr>
          <p:grpSpPr>
            <a:xfrm>
              <a:off x="8215426" y="894093"/>
              <a:ext cx="2865114" cy="1264080"/>
              <a:chOff x="8215426" y="894093"/>
              <a:chExt cx="2865114" cy="1264080"/>
            </a:xfrm>
          </p:grpSpPr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82BD049F-A662-584A-959D-6A306F87BD96}"/>
                  </a:ext>
                </a:extLst>
              </p:cNvPr>
              <p:cNvGrpSpPr/>
              <p:nvPr/>
            </p:nvGrpSpPr>
            <p:grpSpPr>
              <a:xfrm>
                <a:off x="8215426" y="1488819"/>
                <a:ext cx="2865114" cy="669354"/>
                <a:chOff x="8215426" y="1488819"/>
                <a:chExt cx="2865114" cy="669354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DB3E2244-4BF5-5847-BF43-9AF9C841B3B9}"/>
                    </a:ext>
                  </a:extLst>
                </p:cNvPr>
                <p:cNvSpPr/>
                <p:nvPr/>
              </p:nvSpPr>
              <p:spPr>
                <a:xfrm>
                  <a:off x="9268069" y="1651987"/>
                  <a:ext cx="1812471" cy="50618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Model-based RL</a:t>
                  </a:r>
                </a:p>
              </p:txBody>
            </p:sp>
            <p:cxnSp>
              <p:nvCxnSpPr>
                <p:cNvPr id="91" name="Elbow Connector 90">
                  <a:extLst>
                    <a:ext uri="{FF2B5EF4-FFF2-40B4-BE49-F238E27FC236}">
                      <a16:creationId xmlns:a16="http://schemas.microsoft.com/office/drawing/2014/main" id="{C8F022AB-EDE9-124D-AD9C-4FE5F2C24E41}"/>
                    </a:ext>
                  </a:extLst>
                </p:cNvPr>
                <p:cNvCxnSpPr>
                  <a:cxnSpLocks/>
                  <a:stCxn id="83" idx="3"/>
                  <a:endCxn id="90" idx="1"/>
                </p:cNvCxnSpPr>
                <p:nvPr/>
              </p:nvCxnSpPr>
              <p:spPr>
                <a:xfrm>
                  <a:off x="8215426" y="1488819"/>
                  <a:ext cx="1052643" cy="416261"/>
                </a:xfrm>
                <a:prstGeom prst="bentConnector3">
                  <a:avLst>
                    <a:gd name="adj1" fmla="val 71717"/>
                  </a:avLst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44A8ED1D-FCC2-3742-8E4E-2DAD5D501C3E}"/>
                  </a:ext>
                </a:extLst>
              </p:cNvPr>
              <p:cNvSpPr/>
              <p:nvPr/>
            </p:nvSpPr>
            <p:spPr>
              <a:xfrm>
                <a:off x="9268069" y="894093"/>
                <a:ext cx="1812471" cy="5061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 RL</a:t>
                </a:r>
              </a:p>
            </p:txBody>
          </p:sp>
        </p:grp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C05A32B7-FE7A-8044-AF81-71CD120B012B}"/>
                </a:ext>
              </a:extLst>
            </p:cNvPr>
            <p:cNvCxnSpPr>
              <a:cxnSpLocks/>
              <a:endCxn id="89" idx="1"/>
            </p:cNvCxnSpPr>
            <p:nvPr/>
          </p:nvCxnSpPr>
          <p:spPr>
            <a:xfrm rot="5400000" flipH="1" flipV="1">
              <a:off x="8736988" y="1375383"/>
              <a:ext cx="759278" cy="302884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752D9E26-BB6E-6844-8B53-BB464B6B1299}"/>
              </a:ext>
            </a:extLst>
          </p:cNvPr>
          <p:cNvSpPr/>
          <p:nvPr/>
        </p:nvSpPr>
        <p:spPr>
          <a:xfrm>
            <a:off x="1944737" y="1651797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Control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2ADE1D8-EDB7-774D-A168-B30BF705CB58}"/>
              </a:ext>
            </a:extLst>
          </p:cNvPr>
          <p:cNvGrpSpPr/>
          <p:nvPr/>
        </p:nvGrpSpPr>
        <p:grpSpPr>
          <a:xfrm>
            <a:off x="586717" y="1904890"/>
            <a:ext cx="6415518" cy="1741436"/>
            <a:chOff x="586717" y="1904890"/>
            <a:chExt cx="6415518" cy="1741436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06B9F49-52EE-F945-BC21-4ED9B480AF00}"/>
                </a:ext>
              </a:extLst>
            </p:cNvPr>
            <p:cNvSpPr/>
            <p:nvPr/>
          </p:nvSpPr>
          <p:spPr>
            <a:xfrm>
              <a:off x="5189764" y="2978935"/>
              <a:ext cx="1812471" cy="6673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and learning</a:t>
              </a:r>
              <a:r>
                <a:rPr lang="en-US" b="1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control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67A9DD82-7A09-3C4D-85B3-0D574903C5E0}"/>
                </a:ext>
              </a:extLst>
            </p:cNvPr>
            <p:cNvSpPr/>
            <p:nvPr/>
          </p:nvSpPr>
          <p:spPr>
            <a:xfrm>
              <a:off x="2924176" y="256058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 control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ABE7BBA2-24A2-8B4D-80D1-6AA2986666E6}"/>
                </a:ext>
              </a:extLst>
            </p:cNvPr>
            <p:cNvSpPr/>
            <p:nvPr/>
          </p:nvSpPr>
          <p:spPr>
            <a:xfrm>
              <a:off x="586717" y="2569586"/>
              <a:ext cx="2057956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Feedback control</a:t>
              </a:r>
            </a:p>
          </p:txBody>
        </p: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C259DDF1-7D3F-7845-B129-6701B9C7D822}"/>
                </a:ext>
              </a:extLst>
            </p:cNvPr>
            <p:cNvCxnSpPr>
              <a:cxnSpLocks/>
              <a:stCxn id="92" idx="2"/>
              <a:endCxn id="96" idx="0"/>
            </p:cNvCxnSpPr>
            <p:nvPr/>
          </p:nvCxnSpPr>
          <p:spPr>
            <a:xfrm rot="5400000">
              <a:off x="2027533" y="1746145"/>
              <a:ext cx="411603" cy="12352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Elbow Connector 97">
              <a:extLst>
                <a:ext uri="{FF2B5EF4-FFF2-40B4-BE49-F238E27FC236}">
                  <a16:creationId xmlns:a16="http://schemas.microsoft.com/office/drawing/2014/main" id="{00652E00-DEAA-2541-B6BD-CABF317E2128}"/>
                </a:ext>
              </a:extLst>
            </p:cNvPr>
            <p:cNvCxnSpPr>
              <a:cxnSpLocks/>
              <a:stCxn id="92" idx="2"/>
              <a:endCxn id="95" idx="0"/>
            </p:cNvCxnSpPr>
            <p:nvPr/>
          </p:nvCxnSpPr>
          <p:spPr>
            <a:xfrm rot="16200000" flipH="1">
              <a:off x="3139393" y="1869562"/>
              <a:ext cx="402598" cy="979439"/>
            </a:xfrm>
            <a:prstGeom prst="bentConnector3">
              <a:avLst>
                <a:gd name="adj1" fmla="val 51633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Elbow Connector 98">
              <a:extLst>
                <a:ext uri="{FF2B5EF4-FFF2-40B4-BE49-F238E27FC236}">
                  <a16:creationId xmlns:a16="http://schemas.microsoft.com/office/drawing/2014/main" id="{E527CBEC-1CBA-F344-BFB4-ECB576A7A3CD}"/>
                </a:ext>
              </a:extLst>
            </p:cNvPr>
            <p:cNvCxnSpPr>
              <a:cxnSpLocks/>
              <a:stCxn id="92" idx="3"/>
              <a:endCxn id="94" idx="1"/>
            </p:cNvCxnSpPr>
            <p:nvPr/>
          </p:nvCxnSpPr>
          <p:spPr>
            <a:xfrm>
              <a:off x="3757208" y="1904890"/>
              <a:ext cx="1432556" cy="1407741"/>
            </a:xfrm>
            <a:prstGeom prst="bentConnector3">
              <a:avLst>
                <a:gd name="adj1" fmla="val 80715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0" name="Elbow Connector 60">
            <a:extLst>
              <a:ext uri="{FF2B5EF4-FFF2-40B4-BE49-F238E27FC236}">
                <a16:creationId xmlns:a16="http://schemas.microsoft.com/office/drawing/2014/main" id="{5EAD156A-51A7-B540-96B7-A1CA12984BAE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7736" y="2064589"/>
            <a:ext cx="488684" cy="3652157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61">
            <a:extLst>
              <a:ext uri="{FF2B5EF4-FFF2-40B4-BE49-F238E27FC236}">
                <a16:creationId xmlns:a16="http://schemas.microsoft.com/office/drawing/2014/main" id="{A124FD1D-C973-5F4F-A98A-E7B645CAB3E2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31370" y="4557982"/>
            <a:ext cx="973852" cy="1140279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C76C0C2-F38C-524B-8258-6A6BA131D60D}"/>
              </a:ext>
            </a:extLst>
          </p:cNvPr>
          <p:cNvSpPr/>
          <p:nvPr/>
        </p:nvSpPr>
        <p:spPr>
          <a:xfrm>
            <a:off x="7562935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389DCF4-9C0F-FA42-9251-38ECF222865B}"/>
              </a:ext>
            </a:extLst>
          </p:cNvPr>
          <p:cNvSpPr/>
          <p:nvPr/>
        </p:nvSpPr>
        <p:spPr>
          <a:xfrm>
            <a:off x="8318044" y="6425579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iLQR</a:t>
            </a:r>
            <a:endParaRPr lang="en-US" sz="140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D0FB036-F33A-A545-ADC3-5A0CCDB6BF97}"/>
              </a:ext>
            </a:extLst>
          </p:cNvPr>
          <p:cNvSpPr/>
          <p:nvPr/>
        </p:nvSpPr>
        <p:spPr>
          <a:xfrm>
            <a:off x="9071249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DDP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62E52A96-CAD6-0B4B-9D2D-476DF93F64EB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8662302" y="6130487"/>
            <a:ext cx="1904" cy="29509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8">
            <a:extLst>
              <a:ext uri="{FF2B5EF4-FFF2-40B4-BE49-F238E27FC236}">
                <a16:creationId xmlns:a16="http://schemas.microsoft.com/office/drawing/2014/main" id="{1BB2117D-6CA4-E04B-A371-10319762145E}"/>
              </a:ext>
            </a:extLst>
          </p:cNvPr>
          <p:cNvCxnSpPr>
            <a:cxnSpLocks/>
            <a:endCxn id="102" idx="0"/>
          </p:cNvCxnSpPr>
          <p:nvPr/>
        </p:nvCxnSpPr>
        <p:spPr>
          <a:xfrm rot="5400000">
            <a:off x="8138906" y="5900679"/>
            <a:ext cx="293588" cy="753205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1">
            <a:extLst>
              <a:ext uri="{FF2B5EF4-FFF2-40B4-BE49-F238E27FC236}">
                <a16:creationId xmlns:a16="http://schemas.microsoft.com/office/drawing/2014/main" id="{922E3C62-15B6-9047-8E68-65880720ACCD}"/>
              </a:ext>
            </a:extLst>
          </p:cNvPr>
          <p:cNvCxnSpPr>
            <a:cxnSpLocks/>
            <a:endCxn id="104" idx="0"/>
          </p:cNvCxnSpPr>
          <p:nvPr/>
        </p:nvCxnSpPr>
        <p:spPr>
          <a:xfrm rot="16200000" flipH="1">
            <a:off x="8893062" y="5899726"/>
            <a:ext cx="293588" cy="755109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Slide Number Placeholder 15">
            <a:extLst>
              <a:ext uri="{FF2B5EF4-FFF2-40B4-BE49-F238E27FC236}">
                <a16:creationId xmlns:a16="http://schemas.microsoft.com/office/drawing/2014/main" id="{605CAB22-8F68-5F4A-A506-38EFA6296D55}"/>
              </a:ext>
            </a:extLst>
          </p:cNvPr>
          <p:cNvSpPr txBox="1">
            <a:spLocks/>
          </p:cNvSpPr>
          <p:nvPr/>
        </p:nvSpPr>
        <p:spPr>
          <a:xfrm>
            <a:off x="8610600" y="654209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A1F273-EF2F-3941-BBF8-D365CB27DD6A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11BD4049-618D-6942-8B29-B9389B84319D}"/>
              </a:ext>
            </a:extLst>
          </p:cNvPr>
          <p:cNvSpPr/>
          <p:nvPr/>
        </p:nvSpPr>
        <p:spPr>
          <a:xfrm>
            <a:off x="10846758" y="6422839"/>
            <a:ext cx="1268727" cy="4212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Reachability analysis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985B8C9-8310-E944-BDA7-8A3DF5B0A2F9}"/>
              </a:ext>
            </a:extLst>
          </p:cNvPr>
          <p:cNvSpPr/>
          <p:nvPr/>
        </p:nvSpPr>
        <p:spPr>
          <a:xfrm>
            <a:off x="9989790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cxnSp>
        <p:nvCxnSpPr>
          <p:cNvPr id="111" name="Elbow Connector 4">
            <a:extLst>
              <a:ext uri="{FF2B5EF4-FFF2-40B4-BE49-F238E27FC236}">
                <a16:creationId xmlns:a16="http://schemas.microsoft.com/office/drawing/2014/main" id="{377A68C9-A61A-574D-8006-45C1B5D23C67}"/>
              </a:ext>
            </a:extLst>
          </p:cNvPr>
          <p:cNvCxnSpPr>
            <a:cxnSpLocks/>
            <a:endCxn id="110" idx="0"/>
          </p:cNvCxnSpPr>
          <p:nvPr/>
        </p:nvCxnSpPr>
        <p:spPr>
          <a:xfrm rot="5400000">
            <a:off x="10460774" y="5996412"/>
            <a:ext cx="302841" cy="552484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7">
            <a:extLst>
              <a:ext uri="{FF2B5EF4-FFF2-40B4-BE49-F238E27FC236}">
                <a16:creationId xmlns:a16="http://schemas.microsoft.com/office/drawing/2014/main" id="{E296186C-6EBB-4A49-924A-3F2CFFCA42F9}"/>
              </a:ext>
            </a:extLst>
          </p:cNvPr>
          <p:cNvCxnSpPr>
            <a:cxnSpLocks/>
            <a:endCxn id="109" idx="0"/>
          </p:cNvCxnSpPr>
          <p:nvPr/>
        </p:nvCxnSpPr>
        <p:spPr>
          <a:xfrm rot="16200000" flipH="1">
            <a:off x="11033977" y="5975693"/>
            <a:ext cx="301605" cy="592686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ABC24032-658F-0842-88D8-7844348B5D53}"/>
              </a:ext>
            </a:extLst>
          </p:cNvPr>
          <p:cNvGrpSpPr/>
          <p:nvPr/>
        </p:nvGrpSpPr>
        <p:grpSpPr>
          <a:xfrm>
            <a:off x="8255259" y="2575819"/>
            <a:ext cx="3743202" cy="938160"/>
            <a:chOff x="8298994" y="2125151"/>
            <a:chExt cx="3743202" cy="93816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833D4C3-0FAE-6C4B-9873-F944350500E3}"/>
                </a:ext>
              </a:extLst>
            </p:cNvPr>
            <p:cNvSpPr/>
            <p:nvPr/>
          </p:nvSpPr>
          <p:spPr>
            <a:xfrm>
              <a:off x="8298994" y="2557125"/>
              <a:ext cx="1812471" cy="50618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Unconstrained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46D68485-3B76-C14C-8A46-06E824BE87E7}"/>
                </a:ext>
              </a:extLst>
            </p:cNvPr>
            <p:cNvSpPr/>
            <p:nvPr/>
          </p:nvSpPr>
          <p:spPr>
            <a:xfrm>
              <a:off x="10229725" y="2561185"/>
              <a:ext cx="1812471" cy="50212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Constrained</a:t>
              </a:r>
            </a:p>
          </p:txBody>
        </p: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11B4E97B-315E-9244-BF9A-993BC4939F41}"/>
                </a:ext>
              </a:extLst>
            </p:cNvPr>
            <p:cNvCxnSpPr>
              <a:cxnSpLocks/>
              <a:stCxn id="90" idx="2"/>
              <a:endCxn id="114" idx="0"/>
            </p:cNvCxnSpPr>
            <p:nvPr/>
          </p:nvCxnSpPr>
          <p:spPr>
            <a:xfrm rot="5400000">
              <a:off x="9719086" y="1611296"/>
              <a:ext cx="431974" cy="1459685"/>
            </a:xfrm>
            <a:prstGeom prst="bentConnector3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Elbow Connector 116">
              <a:extLst>
                <a:ext uri="{FF2B5EF4-FFF2-40B4-BE49-F238E27FC236}">
                  <a16:creationId xmlns:a16="http://schemas.microsoft.com/office/drawing/2014/main" id="{F703A413-091B-A441-8644-33FFA923FC6E}"/>
                </a:ext>
              </a:extLst>
            </p:cNvPr>
            <p:cNvCxnSpPr>
              <a:cxnSpLocks/>
              <a:stCxn id="90" idx="2"/>
              <a:endCxn id="115" idx="0"/>
            </p:cNvCxnSpPr>
            <p:nvPr/>
          </p:nvCxnSpPr>
          <p:spPr>
            <a:xfrm rot="16200000" flipH="1">
              <a:off x="10682421" y="2107645"/>
              <a:ext cx="436034" cy="471046"/>
            </a:xfrm>
            <a:prstGeom prst="bentConnector3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F1BEE86-D109-FA2E-0B9E-79DFA0ED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09BF1-D458-824A-8D4A-C0CE7CC1C2CB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59BEBE4-5431-ACBB-4A75-C82F478E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18244CE-C422-257B-6467-079AB72D8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4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05C8F-DAAB-4540-829F-3D70C18CE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BC8A3-804C-EC4B-8CDF-6C83D5355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0720"/>
            <a:ext cx="10569315" cy="4351338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Necessary conditions for optimal control </a:t>
            </a:r>
            <a:r>
              <a:rPr lang="en-US" sz="2400" dirty="0">
                <a:solidFill>
                  <a:srgbClr val="96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with bounded controls:</a:t>
            </a:r>
          </a:p>
          <a:p>
            <a:pPr lvl="1"/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Pontryagin’s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Minimum Principle (PMP)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Examples: Applications of PMP (and insights we can derive from the analysis)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Computational methods</a:t>
            </a:r>
          </a:p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D0995F-7857-9F7C-49C7-E7BBC98E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142FD-7897-904A-9284-A06FAEF98398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8677204-B6A1-62FE-DB8C-799081E30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C6DA81-00D8-4063-5D4F-712B0D7CC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33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05C8F-DAAB-4540-829F-3D70C18CE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Necessary conditions for optimal control </a:t>
            </a:r>
            <a:br>
              <a:rPr lang="en-US"/>
            </a:br>
            <a:r>
              <a:rPr lang="en-US" sz="3200"/>
              <a:t>(with unbounded controls)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BBC8A3-804C-EC4B-8CDF-6C83D53550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40720"/>
                <a:ext cx="1056931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problem is to find an </a:t>
                </a:r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admissible control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400" b="1" dirty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u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which causes the system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acc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𝐟</m:t>
                    </m:r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pPr marL="238125" indent="-238125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to follow an </a:t>
                </a:r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admissible trajectory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400" b="1" dirty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x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that minimizes the </a:t>
                </a:r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functional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nary>
                    <m:d>
                      <m:dPr>
                        <m:ctrlPr>
                          <a:rPr lang="en-US" sz="2400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𝐮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Assumptions: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state and control regions are unbounded,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b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𝐱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(0)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are fixed</a:t>
                </a: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BBC8A3-804C-EC4B-8CDF-6C83D53550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40720"/>
                <a:ext cx="10569315" cy="4351338"/>
              </a:xfrm>
              <a:blipFill>
                <a:blip r:embed="rId2"/>
                <a:stretch>
                  <a:fillRect l="-840" t="-2035" r="-9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0DD416E-FCAC-132D-7922-0A269E799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B992F-94CE-F04F-9EF1-7DA62C46CE87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8AAD486-855B-C845-D381-F0D717D99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B584C7A-55B6-E70E-2545-A3AB0C644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241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1D821-BC64-B24A-AF63-3B68E37EE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Necessary conditions for optimal control </a:t>
            </a:r>
            <a:br>
              <a:rPr lang="en-US"/>
            </a:br>
            <a:r>
              <a:rPr lang="en-US" sz="3200"/>
              <a:t>(with unbounded controls)</a:t>
            </a:r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E306CE-7DCD-D844-BF40-5E3951848D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398970" cy="2014622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Define the Hamiltonian</a:t>
                </a:r>
              </a:p>
              <a:p>
                <a:pPr marL="0" indent="0" algn="ctr">
                  <a:buNone/>
                </a:pPr>
                <a:endParaRPr lang="en-US" sz="500" b="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𝐮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𝐩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𝐮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𝐩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𝐟</m:t>
                      </m:r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necessary conditions for optimality are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E306CE-7DCD-D844-BF40-5E3951848D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398970" cy="2014622"/>
              </a:xfrm>
              <a:blipFill>
                <a:blip r:embed="rId2"/>
                <a:stretch>
                  <a:fillRect l="-1057" t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847A26-34CB-8E4C-92FB-B4BB577099A8}"/>
                  </a:ext>
                </a:extLst>
              </p:cNvPr>
              <p:cNvSpPr txBox="1"/>
              <p:nvPr/>
            </p:nvSpPr>
            <p:spPr>
              <a:xfrm>
                <a:off x="1652989" y="3301344"/>
                <a:ext cx="4443011" cy="680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𝐩</m:t>
                        </m:r>
                      </m:den>
                    </m:f>
                  </m:oMath>
                </a14:m>
                <a:r>
                  <a:rPr lang="en-US" sz="240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4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847A26-34CB-8E4C-92FB-B4BB57709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989" y="3301344"/>
                <a:ext cx="4443011" cy="6805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B235EDC-A831-F14B-ADDA-439E1A314658}"/>
                  </a:ext>
                </a:extLst>
              </p:cNvPr>
              <p:cNvSpPr txBox="1"/>
              <p:nvPr/>
            </p:nvSpPr>
            <p:spPr>
              <a:xfrm>
                <a:off x="1652989" y="4020365"/>
                <a:ext cx="4737131" cy="6353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</m:acc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den>
                    </m:f>
                  </m:oMath>
                </a14:m>
                <a:r>
                  <a:rPr lang="en-US" sz="240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40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B235EDC-A831-F14B-ADDA-439E1A314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989" y="4020365"/>
                <a:ext cx="4737131" cy="6353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EB4742-A064-9D40-8EA5-CF21C2EDF00F}"/>
                  </a:ext>
                </a:extLst>
              </p:cNvPr>
              <p:cNvSpPr txBox="1"/>
              <p:nvPr/>
            </p:nvSpPr>
            <p:spPr>
              <a:xfrm>
                <a:off x="2149150" y="4678645"/>
                <a:ext cx="3946850" cy="6353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den>
                    </m:f>
                  </m:oMath>
                </a14:m>
                <a:r>
                  <a:rPr lang="en-US" sz="240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40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EB4742-A064-9D40-8EA5-CF21C2EDF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9150" y="4678645"/>
                <a:ext cx="3946850" cy="63536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ight Brace 9">
            <a:extLst>
              <a:ext uri="{FF2B5EF4-FFF2-40B4-BE49-F238E27FC236}">
                <a16:creationId xmlns:a16="http://schemas.microsoft.com/office/drawing/2014/main" id="{32A1BDBA-8AC8-F244-891C-6D22F87E1294}"/>
              </a:ext>
            </a:extLst>
          </p:cNvPr>
          <p:cNvSpPr/>
          <p:nvPr/>
        </p:nvSpPr>
        <p:spPr>
          <a:xfrm>
            <a:off x="6390120" y="3316267"/>
            <a:ext cx="203200" cy="2130296"/>
          </a:xfrm>
          <a:prstGeom prst="righ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04589F-9FA1-DE4C-99C2-6DAA9057ED55}"/>
                  </a:ext>
                </a:extLst>
              </p:cNvPr>
              <p:cNvSpPr txBox="1"/>
              <p:nvPr/>
            </p:nvSpPr>
            <p:spPr>
              <a:xfrm>
                <a:off x="6684240" y="4185624"/>
                <a:ext cx="1786579" cy="3915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04589F-9FA1-DE4C-99C2-6DAA9057E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240" y="4185624"/>
                <a:ext cx="1786579" cy="391582"/>
              </a:xfrm>
              <a:prstGeom prst="rect">
                <a:avLst/>
              </a:prstGeom>
              <a:blipFill>
                <a:blip r:embed="rId6"/>
                <a:stretch>
                  <a:fillRect l="-2721" t="-7813" r="-340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D9FBD6F5-BEC1-45B5-9906-CF6ADF650FD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6174" y="5436289"/>
                <a:ext cx="10668263" cy="116377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with boundary conditions</a:t>
                </a: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num>
                                <m:den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1">
                                          <a:latin typeface="Cambria Math" panose="02040503050406030204" pitchFamily="18" charset="0"/>
                                        </a:rPr>
                                        <m:t>𝐱</m:t>
                                      </m:r>
                                    </m:e>
                                    <m:sup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𝐩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p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p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𝐩</m:t>
                                  </m:r>
                                </m:e>
                                <m:sup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D9FBD6F5-BEC1-45B5-9906-CF6ADF650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174" y="5436289"/>
                <a:ext cx="10668263" cy="1163779"/>
              </a:xfrm>
              <a:prstGeom prst="rect">
                <a:avLst/>
              </a:prstGeom>
              <a:blipFill>
                <a:blip r:embed="rId7"/>
                <a:stretch>
                  <a:fillRect l="-857" t="-73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C343F016-109D-723B-0709-2F0CB691C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9367D-56EE-2342-AE05-F22AAE1A6306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B6539A18-80E0-1D04-EC58-551E2443D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2798795-F6A6-FD51-387E-50CFF108D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044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4F39B-FEE8-E743-9A5E-98380010A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Necessary conditions for optimal control </a:t>
            </a:r>
            <a:br>
              <a:rPr lang="en-US" dirty="0"/>
            </a:br>
            <a:r>
              <a:rPr lang="en-US" sz="3200" dirty="0"/>
              <a:t>(with </a:t>
            </a:r>
            <a:r>
              <a:rPr lang="en-US" sz="3200" dirty="0">
                <a:solidFill>
                  <a:srgbClr val="960000"/>
                </a:solidFill>
              </a:rPr>
              <a:t>bounded</a:t>
            </a:r>
            <a:r>
              <a:rPr lang="en-US" sz="3200" dirty="0"/>
              <a:t> controls)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3B88D-247C-D243-8B78-AF916382F9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09552" cy="4351338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So far, we have assumed that the admissible controls and states are not constrained by any boundaries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However, in realistic systems, such constraints do commonly occur</a:t>
            </a:r>
          </a:p>
          <a:p>
            <a:pPr lvl="1"/>
            <a:r>
              <a:rPr lang="en-US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control constraints often occur due to actuation limits</a:t>
            </a:r>
          </a:p>
          <a:p>
            <a:pPr lvl="1"/>
            <a:r>
              <a:rPr lang="en-US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state constraints often occur due to safety considerations 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will now consider the case with control constraints, which will lead to the statement of the </a:t>
            </a:r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Pontryagin’s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minimum principle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C31DF41-265E-364C-581D-3859612B2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B8AA-F9A8-F844-8E69-789E749A587C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442B6E-12B2-7059-C8A5-3A21F1D02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C06CFC-8B67-6864-42FF-1A795961B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949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DDB75-D035-614E-8497-7AA42BA6A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92968" cy="1325563"/>
          </a:xfrm>
        </p:spPr>
        <p:txBody>
          <a:bodyPr>
            <a:normAutofit/>
          </a:bodyPr>
          <a:lstStyle/>
          <a:p>
            <a:r>
              <a:rPr lang="en-US" sz="4000"/>
              <a:t>Why do control constraints complicate the analysis?</a:t>
            </a:r>
            <a:endParaRPr lang="en-US"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93E015-010B-F54B-B662-2E5DD093B9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42496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By definition, the control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p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causes the functional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have a relative minimum if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for all admissible controls “close”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p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we let 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 increment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can be expressed as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higher order terms </a:t>
                </a: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variation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400" b="1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arbitrary </a:t>
                </a:r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only if 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extremal control is strictly within the boundary for all time in the interval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 general, however, an extremal control lies on a boundary during at least one subinterval of the interval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endParaRPr lang="en-US" sz="240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93E015-010B-F54B-B662-2E5DD093B9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42496"/>
                <a:ext cx="10515600" cy="5032375"/>
              </a:xfrm>
              <a:blipFill>
                <a:blip r:embed="rId3"/>
                <a:stretch>
                  <a:fillRect l="-844" t="-1763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A8B2546-83FB-D27B-FCAF-E79312A3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EDB5D-6C17-DF48-B2EC-2EE6623C292F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1853DDD-FCFC-B56C-1BDB-AE8875929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DEA61B3-BC41-9865-0878-B2FB43289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241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93E015-010B-F54B-B662-2E5DD093B9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42496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 a consequence, admissible control variations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400" b="1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exist whose negatives 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400" b="1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</a:t>
                </a:r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are not admissible  </a:t>
                </a: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This implies that a necessary condition </a:t>
                </a:r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p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minimize</a:t>
                </a:r>
                <a:r>
                  <a:rPr lang="en-US" sz="2400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is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for all admissible variations with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</m:d>
                  </m:oMath>
                </a14:m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small enough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93E015-010B-F54B-B662-2E5DD093B9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42496"/>
                <a:ext cx="10515600" cy="5032375"/>
              </a:xfrm>
              <a:blipFill>
                <a:blip r:embed="rId3"/>
                <a:stretch>
                  <a:fillRect l="-844" t="-1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itle 1">
            <a:extLst>
              <a:ext uri="{FF2B5EF4-FFF2-40B4-BE49-F238E27FC236}">
                <a16:creationId xmlns:a16="http://schemas.microsoft.com/office/drawing/2014/main" id="{CE869FBD-7812-4679-AA39-E02C1EE1B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92968" cy="1325563"/>
          </a:xfrm>
        </p:spPr>
        <p:txBody>
          <a:bodyPr>
            <a:normAutofit/>
          </a:bodyPr>
          <a:lstStyle/>
          <a:p>
            <a:r>
              <a:rPr lang="en-US" sz="4000"/>
              <a:t>Why do control constraints complicate the analysis?</a:t>
            </a:r>
            <a:endParaRPr lang="en-US" sz="320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C521188-9089-4E60-E632-33671BA7A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6B1E4-C377-0841-99AB-7C8ED0840116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12FA555-9E19-60D8-3993-F7D8D3992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24DDB0-E6F8-B27E-4B01-FC260784F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183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06114-33ED-2342-BF03-ADB1719D6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Pontryagin’s</a:t>
            </a:r>
            <a:r>
              <a:rPr lang="en-US"/>
              <a:t> minimum principle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A136F7-3752-6B4B-A26F-6EB878FBDB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654180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Assuming bounded controls 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 necessary optimality conditions are (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𝐻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the Hamiltonian) </a:t>
                </a: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231775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along with the boundary conditions:</a:t>
                </a:r>
                <a:b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1800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800" b="1">
                                          <a:latin typeface="Cambria Math" panose="02040503050406030204" pitchFamily="18" charset="0"/>
                                        </a:rPr>
                                        <m:t>𝐱</m:t>
                                      </m:r>
                                    </m:e>
                                    <m:sup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1">
                                      <a:latin typeface="Cambria Math" panose="02040503050406030204" pitchFamily="18" charset="0"/>
                                    </a:rPr>
                                    <m:t>𝐩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800" i="1"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p>
                                  <m:r>
                                    <a:rPr lang="en-US" sz="1800" b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1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p>
                                  <m:r>
                                    <a:rPr lang="en-US" sz="1800" b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1">
                                      <a:latin typeface="Cambria Math" panose="02040503050406030204" pitchFamily="18" charset="0"/>
                                    </a:rPr>
                                    <m:t>𝐩</m:t>
                                  </m:r>
                                </m:e>
                                <m:sup>
                                  <m:r>
                                    <a:rPr lang="en-US" sz="1800" b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A136F7-3752-6B4B-A26F-6EB878FBDB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654180" cy="4351338"/>
              </a:xfrm>
              <a:blipFill>
                <a:blip r:embed="rId2"/>
                <a:stretch>
                  <a:fillRect l="-884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CFF98A-6A15-C84D-8FA0-5DE87617A12D}"/>
                  </a:ext>
                </a:extLst>
              </p:cNvPr>
              <p:cNvSpPr txBox="1"/>
              <p:nvPr/>
            </p:nvSpPr>
            <p:spPr>
              <a:xfrm>
                <a:off x="2873946" y="2645780"/>
                <a:ext cx="3731599" cy="5825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1" i="0" smtClean="0">
                            <a:latin typeface="Cambria Math" panose="02040503050406030204" pitchFamily="18" charset="0"/>
                          </a:rPr>
                          <m:t>𝐩</m:t>
                        </m:r>
                      </m:den>
                    </m:f>
                  </m:oMath>
                </a14:m>
                <a:r>
                  <a:rPr lang="en-US" sz="200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0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0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0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0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CFF98A-6A15-C84D-8FA0-5DE87617A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946" y="2645780"/>
                <a:ext cx="3731599" cy="5825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FAE21EE-AF83-C843-BD41-5E97BD42918E}"/>
                  </a:ext>
                </a:extLst>
              </p:cNvPr>
              <p:cNvSpPr txBox="1"/>
              <p:nvPr/>
            </p:nvSpPr>
            <p:spPr>
              <a:xfrm>
                <a:off x="2873946" y="3303993"/>
                <a:ext cx="3979166" cy="5448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smtClean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</m:acc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den>
                    </m:f>
                  </m:oMath>
                </a14:m>
                <a:r>
                  <a:rPr lang="en-US" sz="200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0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0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000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00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FAE21EE-AF83-C843-BD41-5E97BD429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946" y="3303993"/>
                <a:ext cx="3979166" cy="5448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D73FB6-8CC6-4F44-AC26-0FFCB4995293}"/>
                  </a:ext>
                </a:extLst>
              </p:cNvPr>
              <p:cNvSpPr txBox="1"/>
              <p:nvPr/>
            </p:nvSpPr>
            <p:spPr>
              <a:xfrm>
                <a:off x="1256697" y="3966118"/>
                <a:ext cx="725602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1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  <m:d>
                          <m:dPr>
                            <m:ctrlP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0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000">
                    <a:solidFill>
                      <a:srgbClr val="C00000"/>
                    </a:solidFill>
                  </a:rPr>
                  <a:t>, for all </a:t>
                </a:r>
                <a14:m>
                  <m:oMath xmlns:m="http://schemas.openxmlformats.org/officeDocument/2006/math">
                    <m:r>
                      <a:rPr lang="en-US" sz="2000" b="1" i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)∈</m:t>
                    </m:r>
                    <m:r>
                      <a:rPr lang="en-US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000">
                    <a:solidFill>
                      <a:srgbClr val="C00000"/>
                    </a:solidFill>
                  </a:rPr>
                  <a:t> </a:t>
                </a:r>
              </a:p>
              <a:p>
                <a:endParaRPr lang="en-US" sz="200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D73FB6-8CC6-4F44-AC26-0FFCB4995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6697" y="3966118"/>
                <a:ext cx="7256025" cy="707886"/>
              </a:xfrm>
              <a:prstGeom prst="rect">
                <a:avLst/>
              </a:prstGeom>
              <a:blipFill>
                <a:blip r:embed="rId5"/>
                <a:stretch>
                  <a:fillRect t="-51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ight Brace 9">
            <a:extLst>
              <a:ext uri="{FF2B5EF4-FFF2-40B4-BE49-F238E27FC236}">
                <a16:creationId xmlns:a16="http://schemas.microsoft.com/office/drawing/2014/main" id="{E8FBAE3B-8AC7-224E-B892-A38D4A12BE5F}"/>
              </a:ext>
            </a:extLst>
          </p:cNvPr>
          <p:cNvSpPr/>
          <p:nvPr/>
        </p:nvSpPr>
        <p:spPr>
          <a:xfrm>
            <a:off x="8513514" y="2732387"/>
            <a:ext cx="304671" cy="1665877"/>
          </a:xfrm>
          <a:prstGeom prst="righ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34F3A2-8A88-7B4B-99DC-9DC7B85820A8}"/>
                  </a:ext>
                </a:extLst>
              </p:cNvPr>
              <p:cNvSpPr txBox="1"/>
              <p:nvPr/>
            </p:nvSpPr>
            <p:spPr>
              <a:xfrm>
                <a:off x="8888858" y="3242148"/>
                <a:ext cx="1389391" cy="6685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all</a:t>
                </a:r>
              </a:p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34F3A2-8A88-7B4B-99DC-9DC7B8582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858" y="3242148"/>
                <a:ext cx="1389391" cy="668581"/>
              </a:xfrm>
              <a:prstGeom prst="rect">
                <a:avLst/>
              </a:prstGeom>
              <a:blipFill>
                <a:blip r:embed="rId6"/>
                <a:stretch>
                  <a:fillRect l="-3509" t="-5455" b="-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D39650F6-1524-39D3-EBA0-D260C2A42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308F6-8677-D24E-B049-A2BC184CC3F9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346642E-67C3-964E-A092-769AEC7F7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E142555-872F-6E52-99F9-AA28C5952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050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FE25F-EDE9-3B4E-915D-1FA406D0F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Pontryagin’s</a:t>
            </a:r>
            <a:r>
              <a:rPr lang="en-US"/>
              <a:t> minimum principle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2E9D77-1A71-9C41-BB26-169258B1AC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p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 control that causes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  <m:d>
                          <m:dPr>
                            <m:ctrlP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assume its </a:t>
                </a:r>
                <a:r>
                  <a:rPr lang="en-US" sz="2400" i="1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global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minimum </a:t>
                </a: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Harder condition in general to analyze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Example: consider the system having dynamics: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          </m:t>
                        </m:r>
                        <m:acc>
                          <m:accPr>
                            <m:chr m:val="̇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;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it is desired to minimize the functional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173038" indent="-173038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subject to the control constraint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≤1 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fixed and the final state free.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2E9D77-1A71-9C41-BB26-169258B1AC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844" t="-2035" r="-121" b="-29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B971DFE3-08A2-C174-45BD-FF18647E2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38A04-DB05-2D49-8FBE-B0F671346521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2DEC615-72AD-02B1-A879-3CF09CC89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DE00116-2E42-0F9C-01E3-ABB928D51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0725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40175-4F11-6F4D-A574-4DA835B6B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Pontryagin’s</a:t>
            </a:r>
            <a:r>
              <a:rPr lang="en-US"/>
              <a:t> minimum principle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3865A6-AAF5-6A45-8537-00CF4159E9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Solution:</a:t>
                </a: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the control is unconstrained,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the control is constrained 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then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eqArr>
                          <m:eqArr>
                            <m:eqArr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latin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1&lt;</m:t>
                              </m:r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       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−1≤</m:t>
                              </m:r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≤1</m:t>
                              </m:r>
                            </m:e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&lt;−1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determine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explicitly, the state and co-state equations must still be solved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3865A6-AAF5-6A45-8537-00CF4159E9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  <a:blipFill>
                <a:blip r:embed="rId2"/>
                <a:stretch>
                  <a:fillRect l="-844" t="-32558" b="-77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DABF1A0-C127-420A-D9EA-E6FA14962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1D108-D1DB-2640-9908-4AB3576BA3F9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C009AE0-C5FF-2B1E-C9BB-F6B83B046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A9477BF-2CA6-A625-4FF5-EC65B2B76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252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5C628-D5AD-1C47-8C8A-F6E0681B1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Additional necessary conditions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59EC84-CAE5-6F49-81CC-FC031C2DCB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the final time is fixed and the Hamiltonian does not depend explicitly on time, then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4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</m:oMath>
                </a14:m>
                <a:endParaRPr lang="en-US" sz="2400" b="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 startAt="2"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the final time is free and the Hamiltonian does not depend explicitly on time, then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∈[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59EC84-CAE5-6F49-81CC-FC031C2DCB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965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C9A5C04-498F-C7C3-C3EE-26DE5568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FC115-8432-E541-9C43-F38A9B8C39AB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8FABA35-EEBC-8A53-DB7F-52C97C17C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7C39AF7-A801-31E3-3F39-C4C55D6DF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397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DBBEC-A2D7-E94D-9B77-ED9651E4E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Minimum time problems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E2D71D-8D8F-954E-A306-823607B512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Find the control input sequence 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 …,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that drives the control affine system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0" dirty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0" dirty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1" i="0" dirty="0" smtClean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236538" indent="-236538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from an arbitrary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the origin, and minimizes time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E2D71D-8D8F-954E-A306-823607B512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  <a:blipFill>
                <a:blip r:embed="rId3"/>
                <a:stretch>
                  <a:fillRect l="-724" t="-2035" b="-20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96ABBCC-33ED-0612-A7B9-AC9113571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34E9-067F-8C44-B660-F0C942A4C724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51C30EF7-DFDB-4E23-F1E8-508E958D2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019BDE6-D9B4-9716-9C33-9C50174A3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0553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D9855-D2A8-0147-A079-E5D3A67C2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Minimum time problems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84FC6-2023-AF45-95A1-D679A1BDFE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76833"/>
                <a:ext cx="10515599" cy="503237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Form the Hamiltonian</a:t>
                </a:r>
              </a:p>
              <a:p>
                <a:pPr marL="0" indent="0">
                  <a:buNone/>
                </a:pPr>
                <a:r>
                  <a:rPr lang="en-US" sz="2400" b="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=1+</m:t>
                    </m:r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1" dirty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By the PMP, 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minimize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which gives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Sup>
                                <m:sSub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bSup>
                            </m:e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eqArr>
                        </m:e>
                      </m:d>
                      <m:eqArr>
                        <m:eqArr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if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𝐩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dirty="0"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&lt;0</m:t>
                          </m:r>
                        </m:e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if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𝐩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dirty="0"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eqArr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</a:endParaRPr>
              </a:p>
              <a:p>
                <a:r>
                  <a:rPr lang="en-US" sz="2400" dirty="0">
                    <a:solidFill>
                      <a:schemeClr val="bg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Side note: reminiscent of HJB?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en-US" sz="2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2400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</m:d>
                        <m:r>
                          <a:rPr lang="en-US" sz="2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</m:oMath>
                </a14:m>
                <a:r>
                  <a:rPr lang="en-US" sz="2400" b="1" dirty="0">
                    <a:solidFill>
                      <a:schemeClr val="bg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under certain technical assumptions (see Kirk Ch. 7)</a:t>
                </a:r>
                <a:endParaRPr lang="en-US" sz="2400" b="1" dirty="0">
                  <a:solidFill>
                    <a:schemeClr val="bg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84FC6-2023-AF45-95A1-D679A1BDFE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76833"/>
                <a:ext cx="10515599" cy="5032375"/>
              </a:xfrm>
              <a:blipFill>
                <a:blip r:embed="rId3"/>
                <a:stretch>
                  <a:fillRect l="-724" t="-1763" b="-43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0A1661-C2C8-894E-A31B-AAFEA51B4129}"/>
                  </a:ext>
                </a:extLst>
              </p:cNvPr>
              <p:cNvSpPr txBox="1"/>
              <p:nvPr/>
            </p:nvSpPr>
            <p:spPr>
              <a:xfrm>
                <a:off x="1413158" y="2722121"/>
                <a:ext cx="795057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2400" b="1" i="0">
                          <a:latin typeface="Cambria Math" panose="02040503050406030204" pitchFamily="18" charset="0"/>
                        </a:rPr>
                        <m:t>𝐩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1" i="1" dirty="0" smtClean="0">
                          <a:latin typeface="Cambria Math" panose="02040503050406030204" pitchFamily="18" charset="0"/>
                        </a:rPr>
                        <m:t>+[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dirty="0" smtClean="0"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400" b="1" i="0" dirty="0"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1" i="1" dirty="0" smtClean="0">
                          <a:latin typeface="Cambria Math" panose="02040503050406030204" pitchFamily="18" charset="0"/>
                        </a:rPr>
                        <m:t>⋯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dirty="0"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1" i="1" dirty="0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0A1661-C2C8-894E-A31B-AAFEA51B4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158" y="2722121"/>
                <a:ext cx="7950574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E10402-DF32-C246-860B-DC121C09CAC7}"/>
                  </a:ext>
                </a:extLst>
              </p:cNvPr>
              <p:cNvSpPr txBox="1"/>
              <p:nvPr/>
            </p:nvSpPr>
            <p:spPr>
              <a:xfrm>
                <a:off x="1596039" y="3230849"/>
                <a:ext cx="5854808" cy="11005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2400" b="1" i="0">
                          <a:latin typeface="Cambria Math" panose="02040503050406030204" pitchFamily="18" charset="0"/>
                        </a:rPr>
                        <m:t>𝐩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1" i="1" dirty="0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𝐩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dirty="0"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E10402-DF32-C246-860B-DC121C09C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6039" y="3230849"/>
                <a:ext cx="5854808" cy="11005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09D7173-E6AB-A64D-A329-63DD7C24EA89}"/>
              </a:ext>
            </a:extLst>
          </p:cNvPr>
          <p:cNvSpPr txBox="1"/>
          <p:nvPr/>
        </p:nvSpPr>
        <p:spPr>
          <a:xfrm>
            <a:off x="5278559" y="5661956"/>
            <a:ext cx="25106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C00000"/>
                </a:solidFill>
              </a:rPr>
              <a:t>“Bang-bang” control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E5CBA4B-2190-3A88-542E-688750A3A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9D255-4E8F-8B43-9A55-3163DADC1AD5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5B8BD78E-7BA7-E1A6-3C2F-05EA70A90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3B5391D-05BF-EC1C-EE1F-DAB96CF08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0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07887-A3C6-D34D-B070-FA39259A4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Minimum time problems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9366C9-6E7A-B241-9CBA-D620EDB101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Note: we showed what to do when </a:t>
                </a:r>
                <a14:m>
                  <m:oMath xmlns:m="http://schemas.openxmlformats.org/officeDocument/2006/math">
                    <m:r>
                      <a:rPr lang="en-US" sz="2400" b="1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dirty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Not obvious what to do if  </a:t>
                </a:r>
                <a14:m>
                  <m:oMath xmlns:m="http://schemas.openxmlformats.org/officeDocument/2006/math">
                    <m:r>
                      <a:rPr lang="en-US" sz="2400" b="1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dirty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1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dirty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some finite time interval, then the coefficient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in the Hamiltonian is zero, so the PMP provides no information on how to 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treatment of such a </a:t>
                </a:r>
                <a:r>
                  <a:rPr lang="en-US" sz="24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singular condition 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requires a more sophisticated analysis</a:t>
                </a: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analysis in the linear case is significantly easier, see Kirk Sec. 5.4</a:t>
                </a: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9366C9-6E7A-B241-9CBA-D620EDB101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600" cy="4351338"/>
              </a:xfrm>
              <a:blipFill>
                <a:blip r:embed="rId2"/>
                <a:stretch>
                  <a:fillRect l="-724" t="-2035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7162B57-A084-74FD-F083-0EC376172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2945-2760-D24B-BF82-280CDE3AB356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D6512D2-6BC8-E7D9-34D5-24AF0BDC0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205EBB3-CD71-0002-0A41-3CFA57D9A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72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0066B-BEE0-DE4B-B287-B708085EF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Minimum fuel problems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C8A75F-AA90-7C4F-978A-EA6EDE9062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Find the control input sequence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=1, …,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that drives the control affine system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acc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179388" indent="-179388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from an arbitrary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the origin in a fixed time, and minimizes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)|</m:t>
                              </m:r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C8A75F-AA90-7C4F-978A-EA6EDE9062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600" cy="4351338"/>
              </a:xfrm>
              <a:blipFill>
                <a:blip r:embed="rId2"/>
                <a:stretch>
                  <a:fillRect l="-724" t="-2035" b="-212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7CC995A-BF77-BAF7-750A-013600ADC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0F82F-6460-534E-B486-AE1AE8BCE921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40D895-4E2F-63A4-02E3-4E3038AD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3C808F5-EC72-DCDC-6F1A-BF345EB6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1648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D9855-D2A8-0147-A079-E5D3A67C2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Minimum fuel problems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84FC6-2023-AF45-95A1-D679A1BDFE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6833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Form the Hamiltonian</a:t>
                </a:r>
              </a:p>
              <a:p>
                <a:pPr marL="0" indent="0">
                  <a:buNone/>
                </a:pPr>
                <a:r>
                  <a:rPr lang="en-US" sz="2600" b="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  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)|</m:t>
                        </m:r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By the PMP, 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minimize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that is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)|</m:t>
                        </m:r>
                      </m:e>
                    </m:nary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sSubSup>
                      <m:sSub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b="1" dirty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br>
                  <a:rPr lang="en-US" sz="2400" i="1" dirty="0">
                    <a:latin typeface="Cambria Math" panose="02040503050406030204" pitchFamily="18" charset="0"/>
                  </a:rPr>
                </a:b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84FC6-2023-AF45-95A1-D679A1BDFE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6833"/>
                <a:ext cx="10515600" cy="5032375"/>
              </a:xfrm>
              <a:blipFill>
                <a:blip r:embed="rId3"/>
                <a:stretch>
                  <a:fillRect l="-4584" t="-4534" b="-5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E10402-DF32-C246-860B-DC121C09CAC7}"/>
                  </a:ext>
                </a:extLst>
              </p:cNvPr>
              <p:cNvSpPr txBox="1"/>
              <p:nvPr/>
            </p:nvSpPr>
            <p:spPr>
              <a:xfrm>
                <a:off x="1705868" y="2549111"/>
                <a:ext cx="7298408" cy="11005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)|</m:t>
                          </m:r>
                        </m:e>
                      </m:nary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0">
                          <a:latin typeface="Cambria Math" panose="02040503050406030204" pitchFamily="18" charset="0"/>
                        </a:rPr>
                        <m:t>𝐩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1" i="1" dirty="0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𝐩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dirty="0"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E10402-DF32-C246-860B-DC121C09C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868" y="2549111"/>
                <a:ext cx="7298408" cy="11005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3195BE-2309-2240-AC51-3D3D4B2275C3}"/>
                  </a:ext>
                </a:extLst>
              </p:cNvPr>
              <p:cNvSpPr txBox="1"/>
              <p:nvPr/>
            </p:nvSpPr>
            <p:spPr>
              <a:xfrm>
                <a:off x="1705868" y="3621103"/>
                <a:ext cx="7069949" cy="11005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)|</m:t>
                          </m:r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>
                          <a:latin typeface="Cambria Math" panose="02040503050406030204" pitchFamily="18" charset="0"/>
                        </a:rPr>
                        <m:t>𝐩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1" i="0" dirty="0" smtClean="0">
                          <a:latin typeface="Cambria Math" panose="02040503050406030204" pitchFamily="18" charset="0"/>
                        </a:rPr>
                        <m:t>]+ </m:t>
                      </m:r>
                      <m:r>
                        <a:rPr lang="en-US" sz="2400" b="1">
                          <a:latin typeface="Cambria Math" panose="02040503050406030204" pitchFamily="18" charset="0"/>
                        </a:rPr>
                        <m:t>𝐩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3195BE-2309-2240-AC51-3D3D4B2275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868" y="3621103"/>
                <a:ext cx="7069949" cy="11005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1A0107-9980-FC4F-B6CE-E121D08D363F}"/>
                  </a:ext>
                </a:extLst>
              </p:cNvPr>
              <p:cNvSpPr/>
              <p:nvPr/>
            </p:nvSpPr>
            <p:spPr>
              <a:xfrm>
                <a:off x="4038600" y="5640315"/>
                <a:ext cx="6770123" cy="47057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i="1" dirty="0">
                    <a:latin typeface="Cambria Math" panose="02040503050406030204" pitchFamily="18" charset="0"/>
                  </a:rPr>
                  <a:t>		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)|</m:t>
                        </m:r>
                      </m:e>
                    </m:nary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b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1A0107-9980-FC4F-B6CE-E121D08D36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0" y="5640315"/>
                <a:ext cx="6770123" cy="470578"/>
              </a:xfrm>
              <a:prstGeom prst="rect">
                <a:avLst/>
              </a:prstGeom>
              <a:blipFill>
                <a:blip r:embed="rId6"/>
                <a:stretch>
                  <a:fillRect t="-127027" b="-191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419AE21D-EAB9-F28D-3602-559894260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3E760-DC45-6A42-A580-C7F05A8FCDA3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5F65590-32D3-B23E-8BF6-2255C21E7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23D4DC4-568C-D15D-FC30-1DEEB3665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1341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11817-B3E9-F540-9718-4D0D6117A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Minimum fuel problems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999DB4-A756-754D-B911-BB4E7E071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41898" cy="4351338"/>
              </a:xfrm>
            </p:spPr>
            <p:txBody>
              <a:bodyPr/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Since the components of </a:t>
                </a:r>
                <a14:m>
                  <m:oMath xmlns:m="http://schemas.openxmlformats.org/officeDocument/2006/math">
                    <m:r>
                      <a:rPr lang="en-US" sz="2400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are independent, then one can just look at 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)|+</m:t>
                      </m:r>
                      <m:r>
                        <a:rPr lang="en-US" sz="2400" b="1">
                          <a:latin typeface="Cambria Math" panose="02040503050406030204" pitchFamily="18" charset="0"/>
                        </a:rPr>
                        <m:t>𝐩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)|+</m:t>
                      </m:r>
                      <m:r>
                        <a:rPr lang="en-US" sz="2400" b="1">
                          <a:latin typeface="Cambria Math" panose="02040503050406030204" pitchFamily="18" charset="0"/>
                        </a:rPr>
                        <m:t>𝐩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resulting control law is</a:t>
                </a:r>
              </a:p>
              <a:p>
                <a:endParaRPr lang="en-US" sz="10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bSup>
                            </m:e>
                          </m:eqArr>
                        </m:e>
                      </m:d>
                      <m:eqArr>
                        <m:eqArr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if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𝐩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e>
                          <m: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                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if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 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𝐩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e>
                          <m: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if</m:t>
                          </m:r>
                          <m: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𝐩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&lt;−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eqAr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999DB4-A756-754D-B911-BB4E7E071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41898" cy="4351338"/>
              </a:xfrm>
              <a:blipFill>
                <a:blip r:embed="rId3"/>
                <a:stretch>
                  <a:fillRect l="-851" t="-31105" b="-48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8CD33874-A12D-024A-A0AF-EF64967A7651}"/>
              </a:ext>
            </a:extLst>
          </p:cNvPr>
          <p:cNvSpPr/>
          <p:nvPr/>
        </p:nvSpPr>
        <p:spPr>
          <a:xfrm>
            <a:off x="4309063" y="4503856"/>
            <a:ext cx="31683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“Bang-off-bang” control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B54AAEA-C1F8-5A81-E03D-80573EEAD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0E311-2F0D-6D43-9368-2C9929460BC8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C6EDC4E6-C054-AF78-E9EB-44DC7ED8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1BCD11E-5AAD-0C79-EF52-343597C97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785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1347C-472E-E843-ACA0-BD8D1169A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Minimum energy problems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93977-5A97-8845-990D-5C1812F692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Find the control input sequence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=1, …,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that drives the control affine system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acc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0" dirty="0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1" dirty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179388" indent="-169863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from an arbitrary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the origin in a fixed time, and minimizes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𝐮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400" b="1" dirty="0">
                              <a:latin typeface="Cambria Math" panose="02040503050406030204" pitchFamily="18" charset="0"/>
                            </a:rPr>
                            <m:t>𝐮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b="0" dirty="0">
                  <a:latin typeface="Source Sans Pro" panose="020B0503030403020204" pitchFamily="34" charset="0"/>
                </a:endParaRPr>
              </a:p>
              <a:p>
                <a:pPr marL="0" indent="179388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diagonal</a:t>
                </a: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93977-5A97-8845-990D-5C1812F692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44" t="-2035" b="-19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D6CD1A8-3D57-760C-D6E1-2A741066B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6E3F-A9B4-6541-A6A5-659E5768A616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BD7AE59-7150-52E4-99A0-4DEE49063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6FF7FC3-7CDF-A8CD-6A2E-6DEDA579A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116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D9855-D2A8-0147-A079-E5D3A67C2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Minimum energy problems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84FC6-2023-AF45-95A1-D679A1BDFE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6833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Form the Hamiltonian</a:t>
                </a:r>
              </a:p>
              <a:p>
                <a:pPr marL="0" indent="0">
                  <a:buNone/>
                </a:pPr>
                <a:r>
                  <a:rPr lang="en-US" sz="2600" b="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  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𝐮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10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By the PMP, we need to solve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arg</m:t>
                      </m:r>
                      <m:limLow>
                        <m:limLow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𝐮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lim>
                      </m:limLow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1">
                                  <a:latin typeface="Cambria Math" panose="02040503050406030204" pitchFamily="18" charset="0"/>
                                </a:rPr>
                                <m:t>𝐩</m:t>
                              </m:r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dirty="0">
                                      <a:latin typeface="Cambria Math" panose="02040503050406030204" pitchFamily="18" charset="0"/>
                                    </a:rPr>
                                    <m:t>𝐛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1" dirty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84FC6-2023-AF45-95A1-D679A1BDFE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6833"/>
                <a:ext cx="10515600" cy="5032375"/>
              </a:xfrm>
              <a:blipFill>
                <a:blip r:embed="rId2"/>
                <a:stretch>
                  <a:fillRect l="-844" t="-1763" b="-1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E10402-DF32-C246-860B-DC121C09CAC7}"/>
                  </a:ext>
                </a:extLst>
              </p:cNvPr>
              <p:cNvSpPr txBox="1"/>
              <p:nvPr/>
            </p:nvSpPr>
            <p:spPr>
              <a:xfrm>
                <a:off x="1749062" y="2892083"/>
                <a:ext cx="7222939" cy="6572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6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600" b="1">
                        <a:latin typeface="Cambria Math" panose="02040503050406030204" pitchFamily="18" charset="0"/>
                      </a:rPr>
                      <m:t>𝐮</m:t>
                    </m:r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600" b="1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b="1" i="0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600" i="1" dirty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sz="2600" b="1" dirty="0"/>
                  <a:t> </a:t>
                </a:r>
                <a14:m>
                  <m:oMath xmlns:m="http://schemas.openxmlformats.org/officeDocument/2006/math">
                    <m:r>
                      <a:rPr lang="en-US" sz="2600" b="1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800" b="1" dirty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E10402-DF32-C246-860B-DC121C09C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9062" y="2892083"/>
                <a:ext cx="7222939" cy="657296"/>
              </a:xfrm>
              <a:prstGeom prst="rect">
                <a:avLst/>
              </a:prstGeom>
              <a:blipFill>
                <a:blip r:embed="rId3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856F103-0714-DEF3-F89F-13EB0CED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31A05-417E-AD40-BEA7-7E8E6DD95C99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8689432-749A-D3BE-F409-7C41886DA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104B601-CD34-7C4C-3929-AE05425B2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564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11817-B3E9-F540-9718-4D0D6117A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energy problems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999DB4-A756-754D-B911-BB4E7E071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 in the first example today, in the unconstrained case, the optimal solution for each component of 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would be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sz="2400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>
                        <a:latin typeface="Cambria Math" panose="02040503050406030204" pitchFamily="18" charset="0"/>
                      </a:rPr>
                      <m:t>𝐩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dirty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Considering the input constraints, the resulting control law is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bSup>
                          </m:e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  <m:e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</m:e>
                        </m:eqArr>
                      </m:e>
                    </m:d>
                    <m:eqArr>
                      <m:eqArr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eqArr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   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Sup>
                          <m:sSub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e>
                      <m:e>
                        <m: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        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e>
                      <m:e>
                        <m: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if</m:t>
                        </m:r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eqAr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999DB4-A756-754D-B911-BB4E7E071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  <a:blipFill>
                <a:blip r:embed="rId3"/>
                <a:stretch>
                  <a:fillRect l="-724" t="-32267" b="-77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F593D40-08AB-4416-962C-4FDE6FDAF085}"/>
              </a:ext>
            </a:extLst>
          </p:cNvPr>
          <p:cNvSpPr/>
          <p:nvPr/>
        </p:nvSpPr>
        <p:spPr>
          <a:xfrm>
            <a:off x="4870017" y="5007006"/>
            <a:ext cx="26661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“Saturating” control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9DB80244-8892-204B-464E-691907F82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9B2E0-5F0C-4545-9029-7BD23BB81B73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654DDB9-7F01-9815-B070-EF74F2646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66FA51D-FD56-B01F-4D8F-E8FC2A54B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912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76685-595E-D946-94D2-866AC899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Uniqueness and existence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595498-55AF-8C4F-951F-82534CE983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87514"/>
                <a:ext cx="10761324" cy="466725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Note: uniqueness and existence are not in general guaranteed!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Example 1 (non uniqueness): find a control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transfer the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from an arbitrary 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the origin, and such that the functional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minimized. The final time is free, and the admissible controls are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Example 2 (non existence): find a control sequence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transfer the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from an arbitrary 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the origin, and such that the functional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minimized. The final time is free, and the admissible controls are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595498-55AF-8C4F-951F-82534CE983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87514"/>
                <a:ext cx="10761324" cy="4667250"/>
              </a:xfrm>
              <a:blipFill>
                <a:blip r:embed="rId3"/>
                <a:stretch>
                  <a:fillRect l="-825" t="-1897" r="-825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038B51E-81EC-A877-FF61-37E18755E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AF110-2D33-5948-B48E-1CBF55ADF75D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5B262BC-F21A-1FF5-B4CA-8AC31B28B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181A524-BD2A-903B-6607-43479C33E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572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C34E6-29FD-6479-D8C2-954CE515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Computational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2F562-F272-27CD-6009-728BF1661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Until now, we derived necessary conditions for optimality and </a:t>
            </a:r>
            <a:r>
              <a:rPr lang="en-US" sz="2400" i="1" dirty="0"/>
              <a:t>analytically</a:t>
            </a:r>
            <a:r>
              <a:rPr lang="en-US" sz="2400" dirty="0"/>
              <a:t> studied a few special cases</a:t>
            </a:r>
          </a:p>
          <a:p>
            <a:r>
              <a:rPr lang="en-US" sz="2400" dirty="0"/>
              <a:t>We now focus on </a:t>
            </a:r>
            <a:r>
              <a:rPr lang="en-US" sz="2400" i="1" dirty="0"/>
              <a:t>numerical </a:t>
            </a:r>
            <a:r>
              <a:rPr lang="en-US" sz="2400" dirty="0"/>
              <a:t>techniques to solve two-point boundary value problems; popular methods:</a:t>
            </a:r>
          </a:p>
          <a:p>
            <a:pPr lvl="1"/>
            <a:r>
              <a:rPr lang="en-US" dirty="0"/>
              <a:t>Indirect shooting method</a:t>
            </a:r>
          </a:p>
          <a:p>
            <a:pPr lvl="1"/>
            <a:r>
              <a:rPr lang="en-US" dirty="0"/>
              <a:t>Indirect collocation method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35CF75C-7F31-DF7D-D69B-B56E280AB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7FE58-2921-644D-AE9F-A3EC03383698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85DC181-23FA-648D-0FF6-E9EAFE0A0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77AEB9-C2EE-FC4E-120E-23404CD01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253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83A78-6470-1D49-B3B8-C8818BE9F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revisit our example…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CFDF8-D0D1-B64E-938D-C6AD282F3D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134599" cy="44010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Find optimal control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steer the system </a:t>
                </a:r>
              </a:p>
              <a:p>
                <a:pPr marL="0" indent="0">
                  <a:buNone/>
                </a:pPr>
                <a:endParaRPr lang="en-US" sz="5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latin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the origin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to minimize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𝐽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𝛼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𝑓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𝑏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𝑢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𝑑𝑡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,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𝛼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,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𝑏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&gt;0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Solution: optimal time is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  <m:t>1800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  <m:t>𝑏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  <m:t>𝛼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1/5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4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		</a:t>
                </a: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CFDF8-D0D1-B64E-938D-C6AD282F3D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134599" cy="4401004"/>
              </a:xfrm>
              <a:blipFill>
                <a:blip r:embed="rId2"/>
                <a:stretch>
                  <a:fillRect l="-1001" t="-20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B0542A0-96B9-0766-0611-0CD67C01E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3010-C541-1549-BADF-F97F88DFE4EC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FF9B7EA-C252-5713-F4EB-E944031FB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CDA82E1-BC86-A4B3-8150-9D1613197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9247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C34E6-29FD-6479-D8C2-954CE515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Indirect methods: practical aspects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32F562-F272-27CD-6009-728BF1661E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obtain solution to the necessary conditions for optimality, one needs to solve </a:t>
                </a:r>
                <a:r>
                  <a:rPr lang="en-US" sz="2400" dirty="0">
                    <a:solidFill>
                      <a:srgbClr val="960000"/>
                    </a:solidFill>
                  </a:rPr>
                  <a:t>two-point</a:t>
                </a:r>
                <a:r>
                  <a:rPr lang="en-US" sz="2400" dirty="0"/>
                  <a:t> boundary value problems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In python, we’ll be using </a:t>
                </a:r>
                <a:r>
                  <a:rPr lang="en-US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scipy.integrate.solve_bvp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sz="2400" dirty="0"/>
                  <a:t>to solve problems in “standard” form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𝑧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𝑧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, 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𝒑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,                    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𝐵𝐶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Courier New" panose="02070309020205020404" pitchFamily="49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Courier New" panose="02070309020205020404" pitchFamily="49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Courier New" panose="02070309020205020404" pitchFamily="49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Courier New" panose="02070309020205020404" pitchFamily="49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Courier New" panose="02070309020205020404" pitchFamily="49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Courier New" panose="02070309020205020404" pitchFamily="49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=0</m:t>
                      </m:r>
                    </m:oMath>
                  </m:oMathPara>
                </a14:m>
                <a:endParaRPr lang="en-US" sz="2400" b="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𝒑</m:t>
                    </m:r>
                  </m:oMath>
                </a14:m>
                <a:r>
                  <a:rPr lang="en-US" sz="2400" dirty="0"/>
                  <a:t> are extra variables that can also be optimized</a:t>
                </a:r>
                <a:endParaRPr lang="en-US" sz="2400" b="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Syntax: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sol = </a:t>
                </a:r>
                <a:r>
                  <a:rPr lang="en-US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solve_bvp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(fun, </a:t>
                </a:r>
                <a:r>
                  <a:rPr lang="en-US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bc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t, z, p=None)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Example: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𝑧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        </m:t>
                        </m:r>
                        <m:acc>
                          <m:accPr>
                            <m:chr m:val="̇"/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−</m:t>
                    </m:r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,       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𝑧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=0,        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𝑧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4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−2</m:t>
                    </m:r>
                  </m:oMath>
                </a14:m>
                <a:endParaRPr lang="en-US" sz="2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32F562-F272-27CD-6009-728BF1661E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1744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07E3F4F-2C7A-A1D0-E054-73266CFE6188}"/>
              </a:ext>
            </a:extLst>
          </p:cNvPr>
          <p:cNvSpPr txBox="1"/>
          <p:nvPr/>
        </p:nvSpPr>
        <p:spPr>
          <a:xfrm>
            <a:off x="329784" y="6202707"/>
            <a:ext cx="672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solve_bvp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uses a collocation formula (three-stage </a:t>
            </a:r>
            <a:r>
              <a:rPr lang="en-US" dirty="0" err="1"/>
              <a:t>Lobatto</a:t>
            </a:r>
            <a:r>
              <a:rPr lang="en-US" dirty="0"/>
              <a:t>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5DBD8A6-6857-E323-1B2B-A6971101E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CB210-6664-694A-A196-93F98706EB12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149F5B0-8827-B8CA-F609-8CBCD252A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FE7D1FB-8299-7BAD-3408-0509FFB61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4941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C34E6-29FD-6479-D8C2-954CE515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2F562-F272-27CD-6009-728BF1661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5802"/>
            <a:ext cx="10515600" cy="216175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What about problems whose necessary conditions to not fit directly the “standard” form (e.g., free end time problems)?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Handy tricks exist to convert problems into standard form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Ascher, U., &amp; Russell, R. D. (1981). Reformulation of boundary value problems into “standard” form. SIAM review, 23(2), 238-254.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6C2AAFE-8D52-C424-AC80-70E963C97A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3717561"/>
                <a:ext cx="10515600" cy="216175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solidFill>
                      <a:srgbClr val="960000"/>
                    </a:solidFill>
                  </a:rPr>
                  <a:t>Important case</a:t>
                </a:r>
                <a:r>
                  <a:rPr lang="en-US" sz="2400" dirty="0"/>
                  <a:t>: free final time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Rescale time so that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400" dirty="0"/>
                  <a:t>, then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</m:oMath>
                </a14:m>
                <a:r>
                  <a:rPr lang="en-US" sz="2400" dirty="0"/>
                  <a:t> [0,1]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Change derivatives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≔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Introduce dummy state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400" dirty="0"/>
                  <a:t> that corresponds to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400" dirty="0"/>
                  <a:t> with dynamics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Replace all instances of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400" dirty="0"/>
                  <a:t>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</a:t>
                </a:r>
                <a:endParaRPr lang="en-US" sz="24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6C2AAFE-8D52-C424-AC80-70E963C97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717561"/>
                <a:ext cx="10515600" cy="2161759"/>
              </a:xfrm>
              <a:prstGeom prst="rect">
                <a:avLst/>
              </a:prstGeom>
              <a:blipFill>
                <a:blip r:embed="rId3"/>
                <a:stretch>
                  <a:fillRect l="-965" t="-2924" b="-20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712B82E1-B8E2-D4E1-13E5-651D21780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16334-2701-9A42-BCC1-A08F29865D77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C265F223-C86A-3DC4-FEEA-5A10D118D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E27668A-A089-086D-5B1D-DAEE31575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6101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C34E6-29FD-6479-D8C2-954CE515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981E5AFC-C213-8A47-B0B2-440E17907D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3278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Find optimal control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steer the system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400" dirty="0">
                  <a:latin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the origin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to minimize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 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𝛼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𝑓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𝑏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𝑢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𝑑𝑡</m:t>
                        </m:r>
                      </m:e>
                    </m:nary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,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𝛼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𝑏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&gt;0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981E5AFC-C213-8A47-B0B2-440E17907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3278"/>
                <a:ext cx="10515600" cy="4351338"/>
              </a:xfrm>
              <a:blipFill>
                <a:blip r:embed="rId3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2272EB36-C042-C153-7BBB-54AB4F2BE1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3429000"/>
                <a:ext cx="10515600" cy="288674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solidFill>
                      <a:srgbClr val="960000"/>
                    </a:solidFill>
                  </a:rPr>
                  <a:t>Solution</a:t>
                </a:r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Define state as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endParaRPr lang="en-US" sz="2400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b="0" dirty="0"/>
                  <a:t>BC are: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BVP becomes: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𝒛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[0 1]/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b="1" dirty="0"/>
                  <a:t>z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BC become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=10,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(1)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/>
              </a:p>
            </p:txBody>
          </p:sp>
        </mc:Choice>
        <mc:Fallback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2272EB36-C042-C153-7BBB-54AB4F2BE1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429000"/>
                <a:ext cx="10515600" cy="2886740"/>
              </a:xfrm>
              <a:prstGeom prst="rect">
                <a:avLst/>
              </a:prstGeom>
              <a:blipFill>
                <a:blip r:embed="rId4"/>
                <a:stretch>
                  <a:fillRect l="-844" t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7A92A44-E993-880C-FED7-C8482BE95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60CD7-A518-0F47-80E4-3A75FDCFD285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9F41ACF-41CD-C89F-E324-D446529B4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85D08E5-1390-11E3-E8ED-49F6AA56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52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B7C61-C673-FD43-936B-84F9006D1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Next time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A04148D-EFB7-4AB7-9F69-B0647CC0C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3065" y="2513012"/>
            <a:ext cx="6465870" cy="1831975"/>
          </a:xfrm>
        </p:spPr>
        <p:txBody>
          <a:bodyPr/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 methods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2420DE7-3531-6E06-DA15-2B1D4E958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A5EF9-6B54-994E-B646-8D023EFB3865}" type="datetime1">
              <a:rPr lang="en-US" smtClean="0"/>
              <a:t>4/13/25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0A9E9C3-814E-1C13-7BC5-C492C3A53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5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A5E1C50-E043-C6C6-5D19-B4C57FD09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28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FBB6EF975807449194B44213CB1385" ma:contentTypeVersion="5" ma:contentTypeDescription="Create a new document." ma:contentTypeScope="" ma:versionID="6297688411df770d7ba805098bf03ebd">
  <xsd:schema xmlns:xsd="http://www.w3.org/2001/XMLSchema" xmlns:xs="http://www.w3.org/2001/XMLSchema" xmlns:p="http://schemas.microsoft.com/office/2006/metadata/properties" xmlns:ns3="d1af692f-475c-46b5-a87d-a47813ac8995" xmlns:ns4="ec38afac-11fd-4f05-b2a5-9d8ac7fc116b" targetNamespace="http://schemas.microsoft.com/office/2006/metadata/properties" ma:root="true" ma:fieldsID="a8acf1f0a3134d6bce4e4716f1f754da" ns3:_="" ns4:_="">
    <xsd:import namespace="d1af692f-475c-46b5-a87d-a47813ac8995"/>
    <xsd:import namespace="ec38afac-11fd-4f05-b2a5-9d8ac7fc11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af692f-475c-46b5-a87d-a47813ac89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38afac-11fd-4f05-b2a5-9d8ac7fc116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5D81437-55E6-4592-8BFD-6FB16EBAE376}">
  <ds:schemaRefs>
    <ds:schemaRef ds:uri="http://purl.org/dc/elements/1.1/"/>
    <ds:schemaRef ds:uri="d1af692f-475c-46b5-a87d-a47813ac8995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terms/"/>
    <ds:schemaRef ds:uri="http://schemas.microsoft.com/office/2006/metadata/properties"/>
    <ds:schemaRef ds:uri="http://schemas.openxmlformats.org/package/2006/metadata/core-properties"/>
    <ds:schemaRef ds:uri="ec38afac-11fd-4f05-b2a5-9d8ac7fc116b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B769155-3519-4645-94BB-8656205995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38606B3-135C-4AF3-9DFA-19794AE5E718}">
  <ds:schemaRefs>
    <ds:schemaRef ds:uri="d1af692f-475c-46b5-a87d-a47813ac8995"/>
    <ds:schemaRef ds:uri="ec38afac-11fd-4f05-b2a5-9d8ac7fc116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7270</TotalTime>
  <Words>2553</Words>
  <Application>Microsoft Macintosh PowerPoint</Application>
  <PresentationFormat>Widescreen</PresentationFormat>
  <Paragraphs>355</Paragraphs>
  <Slides>28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-apple-system</vt:lpstr>
      <vt:lpstr>Arial</vt:lpstr>
      <vt:lpstr>Calibri</vt:lpstr>
      <vt:lpstr>Calibri Light</vt:lpstr>
      <vt:lpstr>Cambria Math</vt:lpstr>
      <vt:lpstr>Courier New</vt:lpstr>
      <vt:lpstr>Source Sans Pro</vt:lpstr>
      <vt:lpstr>Office Theme</vt:lpstr>
      <vt:lpstr>AA203 Optimal and Learning-based Control</vt:lpstr>
      <vt:lpstr>Roadmap</vt:lpstr>
      <vt:lpstr>Outline</vt:lpstr>
      <vt:lpstr>Necessary conditions for optimal control  (with unbounded controls)</vt:lpstr>
      <vt:lpstr>Necessary conditions for optimal control  (with unbounded controls)</vt:lpstr>
      <vt:lpstr>Necessary conditions for optimal control  (with bounded controls)</vt:lpstr>
      <vt:lpstr>Why do control constraints complicate the analysis?</vt:lpstr>
      <vt:lpstr>Why do control constraints complicate the analysis?</vt:lpstr>
      <vt:lpstr>Pontryagin’s minimum principle</vt:lpstr>
      <vt:lpstr>Pontryagin’s minimum principle</vt:lpstr>
      <vt:lpstr>Pontryagin’s minimum principle</vt:lpstr>
      <vt:lpstr>Additional necessary conditions </vt:lpstr>
      <vt:lpstr>Minimum time problems </vt:lpstr>
      <vt:lpstr>Minimum time problems </vt:lpstr>
      <vt:lpstr>Minimum time problems </vt:lpstr>
      <vt:lpstr>Minimum fuel problems </vt:lpstr>
      <vt:lpstr>Minimum fuel problems </vt:lpstr>
      <vt:lpstr>Minimum fuel problems </vt:lpstr>
      <vt:lpstr>Minimum energy problems </vt:lpstr>
      <vt:lpstr>Minimum energy problems </vt:lpstr>
      <vt:lpstr>Minimum energy problems </vt:lpstr>
      <vt:lpstr>Uniqueness and existence</vt:lpstr>
      <vt:lpstr>Computational methods</vt:lpstr>
      <vt:lpstr>Let’s revisit our example…</vt:lpstr>
      <vt:lpstr>Indirect methods: practical aspects</vt:lpstr>
      <vt:lpstr>Extensions</vt:lpstr>
      <vt:lpstr>Example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AA203 Optimal and Learning-based Control</dc:title>
  <dc:creator>Marco Pavone</dc:creator>
  <cp:lastModifiedBy>Marco Pavone</cp:lastModifiedBy>
  <cp:revision>15</cp:revision>
  <cp:lastPrinted>2019-01-07T20:05:58Z</cp:lastPrinted>
  <dcterms:created xsi:type="dcterms:W3CDTF">2017-01-06T12:29:52Z</dcterms:created>
  <dcterms:modified xsi:type="dcterms:W3CDTF">2025-04-14T02:09:22Z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0x0101001AFBB6EF975807449194B44213CB1385</vt:lpwstr>
  </property>
</Properties>
</file>