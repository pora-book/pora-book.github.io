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1" r:id="rId4"/>
    <p:sldId id="257" r:id="rId5"/>
    <p:sldId id="259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C25E8B-7885-9143-B6A6-C663038D90BB}">
          <p14:sldIdLst>
            <p14:sldId id="256"/>
            <p14:sldId id="260"/>
            <p14:sldId id="261"/>
            <p14:sldId id="257"/>
            <p14:sldId id="259"/>
            <p14:sldId id="258"/>
          </p14:sldIdLst>
        </p14:section>
        <p14:section name="Intro to ROS" id="{90210F2D-5795-054C-9836-CDD4575C5B2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86D8FC-1BD2-9DC5-6020-25E6BA66F1CB}" v="9" dt="2025-09-24T21:43:05.358"/>
    <p1510:client id="{3F0070FA-8D8F-B847-A38D-8B9C5E36621C}" v="537" dt="2025-09-24T19:00:38.669"/>
    <p1510:client id="{75AE4330-5A60-A9F3-C227-E999B313E7E6}" v="2" dt="2025-09-23T18:39:17.905"/>
    <p1510:client id="{9AD9F6B0-8709-E442-9B18-6FB1A0B7624B}" v="1" dt="2025-12-31T07:24:24.240"/>
    <p1510:client id="{9BAB4F35-FFE2-6842-82EE-FFEDB7B17CA4}" v="2" dt="2025-09-23T18:43:17.346"/>
    <p1510:client id="{A0310FBB-A33B-A0A4-BB4A-2539035BC273}" v="22" dt="2025-09-25T17:29:59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6F028-2067-3740-AA48-A91E93570B1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2D7EC-928D-0645-AAE8-498D7443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31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99C-E95E-454A-8541-52414DF53202}" type="datetime1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1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F3F169D-91F6-493E-1CF3-53E16934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7845-F457-3345-97FE-653DDEF23DB5}" type="datetime1">
              <a:rPr lang="en-US" smtClean="0"/>
              <a:t>12/30/25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8C93A74-97E6-1209-FDB1-7C6E2D36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8CBADD-DF57-CEEB-154C-282732B76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0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C39D-04F2-A44B-81D9-688ACBCAD9D2}" type="datetime1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80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A91A-8E5F-B74F-8313-EF670DA0E825}" type="datetime1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A3A-EFBA-4D40-8B3A-5C4CAA35F93E}" type="datetime1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34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F4D13-3D15-244A-B9FD-70C2C5801865}" type="datetime1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77E7-6069-684B-88B5-61A49AF68C26}" type="datetime1">
              <a:rPr lang="en-US" smtClean="0"/>
              <a:t>12/30/25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3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ED95-28B2-D544-9611-16E3E1B838E8}" type="datetime1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5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E12A8-3A47-C748-B1B9-7FCAA212294C}" type="datetime1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8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CCE3-8735-FC45-92E1-19E3A31721CA}" type="datetime1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3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16F0-A659-7746-8280-EEE86BB876DC}" type="datetime1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2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D8782-EF8F-824A-8811-89A4DCC0497B}" type="datetime1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AA 174A | Lecture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/>
              <a:t>Principles of Robot Autonomy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 to ROS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Jakob Thumm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7942"/>
            <a:ext cx="12192000" cy="11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2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59E2A-8209-8696-59E0-E6BBE5960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Attendance</a:t>
            </a:r>
            <a:endParaRPr lang="en-US" dirty="0"/>
          </a:p>
        </p:txBody>
      </p:sp>
      <p:pic>
        <p:nvPicPr>
          <p:cNvPr id="4" name="Content Placeholder 3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3F52FFD9-A68A-A9DE-EAB7-1AD687789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943894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51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4E81-21BA-696C-6B9C-1815F199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Section Sign Up Today Afternoon</a:t>
            </a:r>
            <a:endParaRPr lang="en-US" dirty="0"/>
          </a:p>
        </p:txBody>
      </p:sp>
      <p:pic>
        <p:nvPicPr>
          <p:cNvPr id="4" name="Content Placeholder 3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C7CDDA5C-4E90-FB8F-F323-7FDF5C7F6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943894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2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81EB5-307D-E401-6C79-78CABE92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Follow along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30E07-6E65-8EE7-6A71-A3ADAB9AE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Source Sans Pro"/>
                <a:ea typeface="Source Sans Pro"/>
              </a:rPr>
              <a:t>IF you have a laptop running a Linux distro with you:</a:t>
            </a:r>
            <a:endParaRPr lang="en-US" dirty="0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latin typeface="Source Sans Pro"/>
                <a:ea typeface="Source Sans Pro"/>
              </a:rPr>
              <a:t>https://github.com/JakobThumm/simple-ros2-package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ource Sans Pro"/>
                <a:ea typeface="Source Sans Pro"/>
              </a:rPr>
              <a:t>Otherwise</a:t>
            </a:r>
            <a:endParaRPr lang="en-US">
              <a:latin typeface="Source Sans Pro"/>
              <a:ea typeface="Source Sans Pro"/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latin typeface="Source Sans Pro"/>
                <a:ea typeface="Source Sans Pro"/>
              </a:rPr>
              <a:t>No problem!</a:t>
            </a:r>
            <a:endParaRPr lang="en-US" dirty="0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latin typeface="Source Sans Pro"/>
                <a:ea typeface="Source Sans Pro"/>
              </a:rPr>
              <a:t>You will have enough time to learn the basics of Linux and ROS in the sections.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FB6DF27-CC01-65CF-D913-8116B46BA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5" y="361950"/>
            <a:ext cx="29337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9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2B6D-806B-B88E-004A-43363B433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Brain Teaser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C8B0-E98E-DC86-2204-7831FCA27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0329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Source Sans Pro"/>
                <a:ea typeface="Source Sans Pro"/>
              </a:rPr>
              <a:t>What components does this robot have?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dirty="0">
                <a:latin typeface="Source Sans Pro"/>
                <a:ea typeface="Source Sans Pro"/>
              </a:rPr>
              <a:t>Which components need to communicate with each other?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latin typeface="Source Sans Pro"/>
                <a:ea typeface="Source Sans Pro"/>
              </a:rPr>
              <a:t>Remember: See, Think, Act</a:t>
            </a:r>
            <a:endParaRPr lang="en-US" dirty="0"/>
          </a:p>
        </p:txBody>
      </p:sp>
      <p:pic>
        <p:nvPicPr>
          <p:cNvPr id="4" name="Picture 3" descr="Hands-on With TurtleBot 3, a Powerful Little Robot for Learning ROS - IEEE  Spectrum">
            <a:extLst>
              <a:ext uri="{FF2B5EF4-FFF2-40B4-BE49-F238E27FC236}">
                <a16:creationId xmlns:a16="http://schemas.microsoft.com/office/drawing/2014/main" id="{53ED6956-D2BF-D1D3-7357-C0396C1A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600"/>
          <a:stretch>
            <a:fillRect/>
          </a:stretch>
        </p:blipFill>
        <p:spPr>
          <a:xfrm>
            <a:off x="6291719" y="2268254"/>
            <a:ext cx="5900552" cy="45866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2F5DA8-0F17-0030-6462-D4BFAD120DA8}"/>
              </a:ext>
            </a:extLst>
          </p:cNvPr>
          <p:cNvSpPr/>
          <p:nvPr/>
        </p:nvSpPr>
        <p:spPr>
          <a:xfrm>
            <a:off x="11075096" y="2108547"/>
            <a:ext cx="1116904" cy="626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B8991F-769B-79BE-C489-B7A6CFCE71F1}"/>
              </a:ext>
            </a:extLst>
          </p:cNvPr>
          <p:cNvSpPr/>
          <p:nvPr/>
        </p:nvSpPr>
        <p:spPr>
          <a:xfrm>
            <a:off x="11148164" y="2734847"/>
            <a:ext cx="1043836" cy="584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16CFDD-073C-7F88-3F48-53233AAA9FDC}"/>
              </a:ext>
            </a:extLst>
          </p:cNvPr>
          <p:cNvSpPr/>
          <p:nvPr/>
        </p:nvSpPr>
        <p:spPr>
          <a:xfrm>
            <a:off x="11148164" y="3121067"/>
            <a:ext cx="1043836" cy="626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9312D3-2235-5781-727A-81CB12E805A0}"/>
              </a:ext>
            </a:extLst>
          </p:cNvPr>
          <p:cNvSpPr/>
          <p:nvPr/>
        </p:nvSpPr>
        <p:spPr>
          <a:xfrm>
            <a:off x="11628328" y="6367395"/>
            <a:ext cx="563671" cy="4906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0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9578-8276-102E-0DF9-66FFCBBE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Learning 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F3B3E-A8E2-7DBD-A375-D1A442FF3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Source Sans Pro"/>
                <a:ea typeface="Source Sans Pro"/>
              </a:rPr>
              <a:t>Understand the structure of a ROS workspace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ource Sans Pro"/>
                <a:ea typeface="Source Sans Pro"/>
              </a:rPr>
              <a:t>Understand how to solve problems in ROS</a:t>
            </a:r>
            <a:endParaRPr lang="en-US" dirty="0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latin typeface="Source Sans Pro"/>
                <a:ea typeface="Source Sans Pro"/>
              </a:rPr>
              <a:t>Listing available packages, nodes, topics, and parameters</a:t>
            </a: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latin typeface="Source Sans Pro"/>
                <a:ea typeface="Source Sans Pro"/>
              </a:rPr>
              <a:t>Manually starting nodes</a:t>
            </a: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latin typeface="Source Sans Pro"/>
                <a:ea typeface="Source Sans Pro"/>
              </a:rPr>
              <a:t>Getting information about topics</a:t>
            </a: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latin typeface="Source Sans Pro"/>
                <a:ea typeface="Source Sans Pro"/>
              </a:rPr>
              <a:t>Send and print messages to and from topics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ource Sans Pro"/>
                <a:ea typeface="Source Sans Pro"/>
              </a:rPr>
              <a:t>Understand communication between ROS nodes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latin typeface="Source Sans Pro"/>
                <a:ea typeface="Source Sans Pro"/>
              </a:rPr>
              <a:t>Internalize tab completion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33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96573cb-f378-4b68-9bc8-15755c0c51f3}" enabled="0" method="" siteId="{396573cb-f378-4b68-9bc8-15755c0c51f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Macintosh PowerPoint</Application>
  <PresentationFormat>Widescreen</PresentationFormat>
  <Paragraphs>26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Source Sans Pro</vt:lpstr>
      <vt:lpstr>Office Theme</vt:lpstr>
      <vt:lpstr>Principles of Robot Autonomy I</vt:lpstr>
      <vt:lpstr>Attendance</vt:lpstr>
      <vt:lpstr>Section Sign Up Today Afternoon</vt:lpstr>
      <vt:lpstr>Follow along</vt:lpstr>
      <vt:lpstr>Brain Teaser</vt:lpstr>
      <vt:lpstr>Learning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 274 Principles of Robotic Autonomy</dc:title>
  <dc:creator>Marco Pavone</dc:creator>
  <cp:lastModifiedBy>Marco Pavone</cp:lastModifiedBy>
  <cp:revision>131</cp:revision>
  <cp:lastPrinted>2019-01-07T20:05:58Z</cp:lastPrinted>
  <dcterms:created xsi:type="dcterms:W3CDTF">2017-01-06T12:29:52Z</dcterms:created>
  <dcterms:modified xsi:type="dcterms:W3CDTF">2025-12-31T07:24:24Z</dcterms:modified>
</cp:coreProperties>
</file>